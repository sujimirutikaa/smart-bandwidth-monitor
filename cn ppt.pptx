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78" r:id="rId5"/>
    <p:sldId id="258" r:id="rId6"/>
    <p:sldId id="281" r:id="rId7"/>
    <p:sldId id="283" r:id="rId8"/>
    <p:sldId id="284" r:id="rId9"/>
    <p:sldId id="285" r:id="rId10"/>
    <p:sldId id="286" r:id="rId11"/>
    <p:sldId id="295" r:id="rId12"/>
    <p:sldId id="296" r:id="rId13"/>
    <p:sldId id="288" r:id="rId14"/>
    <p:sldId id="289" r:id="rId15"/>
    <p:sldId id="290" r:id="rId16"/>
    <p:sldId id="287" r:id="rId17"/>
    <p:sldId id="292" r:id="rId18"/>
    <p:sldId id="293" r:id="rId19"/>
    <p:sldId id="294" r:id="rId20"/>
    <p:sldId id="300" r:id="rId21"/>
    <p:sldId id="301" r:id="rId22"/>
    <p:sldId id="297" r:id="rId23"/>
    <p:sldId id="298" r:id="rId24"/>
    <p:sldId id="29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F65B8-689D-4076-AAA0-E82B172D0A1A}" v="121" dt="2025-04-04T16:05:52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67" d="100"/>
          <a:sy n="67" d="100"/>
        </p:scale>
        <p:origin x="644" y="6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ha D" userId="95b1751a1a05856e" providerId="LiveId" clId="{784F65B8-689D-4076-AAA0-E82B172D0A1A}"/>
    <pc:docChg chg="undo custSel addSld delSld modSld sldOrd">
      <pc:chgData name="Sujitha D" userId="95b1751a1a05856e" providerId="LiveId" clId="{784F65B8-689D-4076-AAA0-E82B172D0A1A}" dt="2025-04-04T16:36:32.485" v="788" actId="255"/>
      <pc:docMkLst>
        <pc:docMk/>
      </pc:docMkLst>
      <pc:sldChg chg="addSp delSp modSp mod">
        <pc:chgData name="Sujitha D" userId="95b1751a1a05856e" providerId="LiveId" clId="{784F65B8-689D-4076-AAA0-E82B172D0A1A}" dt="2025-04-04T14:46:14.814" v="33" actId="14100"/>
        <pc:sldMkLst>
          <pc:docMk/>
          <pc:sldMk cId="3571516367" sldId="258"/>
        </pc:sldMkLst>
        <pc:spChg chg="mod">
          <ac:chgData name="Sujitha D" userId="95b1751a1a05856e" providerId="LiveId" clId="{784F65B8-689D-4076-AAA0-E82B172D0A1A}" dt="2025-04-04T14:46:01.516" v="29" actId="1076"/>
          <ac:spMkLst>
            <pc:docMk/>
            <pc:sldMk cId="3571516367" sldId="258"/>
            <ac:spMk id="2" creationId="{0A32731C-311B-46F7-A865-6C3AF6B09A47}"/>
          </ac:spMkLst>
        </pc:spChg>
        <pc:spChg chg="add del mod">
          <ac:chgData name="Sujitha D" userId="95b1751a1a05856e" providerId="LiveId" clId="{784F65B8-689D-4076-AAA0-E82B172D0A1A}" dt="2025-04-04T14:46:14.814" v="33" actId="14100"/>
          <ac:spMkLst>
            <pc:docMk/>
            <pc:sldMk cId="3571516367" sldId="258"/>
            <ac:spMk id="3" creationId="{9D5232F9-FD00-464A-9F17-619C91AEF8F3}"/>
          </ac:spMkLst>
        </pc:spChg>
        <pc:spChg chg="add mod">
          <ac:chgData name="Sujitha D" userId="95b1751a1a05856e" providerId="LiveId" clId="{784F65B8-689D-4076-AAA0-E82B172D0A1A}" dt="2025-04-04T14:44:20.934" v="8"/>
          <ac:spMkLst>
            <pc:docMk/>
            <pc:sldMk cId="3571516367" sldId="258"/>
            <ac:spMk id="4" creationId="{7653A17F-99E7-94D7-FA24-F9C47550C837}"/>
          </ac:spMkLst>
        </pc:spChg>
      </pc:sldChg>
      <pc:sldChg chg="addSp delSp modSp mod">
        <pc:chgData name="Sujitha D" userId="95b1751a1a05856e" providerId="LiveId" clId="{784F65B8-689D-4076-AAA0-E82B172D0A1A}" dt="2025-04-04T14:49:05.609" v="70" actId="1076"/>
        <pc:sldMkLst>
          <pc:docMk/>
          <pc:sldMk cId="103458723" sldId="281"/>
        </pc:sldMkLst>
        <pc:spChg chg="del mod">
          <ac:chgData name="Sujitha D" userId="95b1751a1a05856e" providerId="LiveId" clId="{784F65B8-689D-4076-AAA0-E82B172D0A1A}" dt="2025-04-04T14:48:07.535" v="44" actId="478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Sujitha D" userId="95b1751a1a05856e" providerId="LiveId" clId="{784F65B8-689D-4076-AAA0-E82B172D0A1A}" dt="2025-04-04T14:48:44.314" v="67" actId="255"/>
          <ac:spMkLst>
            <pc:docMk/>
            <pc:sldMk cId="103458723" sldId="281"/>
            <ac:spMk id="4" creationId="{1C17CB43-622C-A38F-66DA-924689CC758D}"/>
          </ac:spMkLst>
        </pc:spChg>
        <pc:spChg chg="add mod">
          <ac:chgData name="Sujitha D" userId="95b1751a1a05856e" providerId="LiveId" clId="{784F65B8-689D-4076-AAA0-E82B172D0A1A}" dt="2025-04-04T14:49:05.609" v="70" actId="1076"/>
          <ac:spMkLst>
            <pc:docMk/>
            <pc:sldMk cId="103458723" sldId="281"/>
            <ac:spMk id="5" creationId="{BB211DFC-6669-DE76-AC76-635095904653}"/>
          </ac:spMkLst>
        </pc:spChg>
      </pc:sldChg>
      <pc:sldChg chg="modSp mod">
        <pc:chgData name="Sujitha D" userId="95b1751a1a05856e" providerId="LiveId" clId="{784F65B8-689D-4076-AAA0-E82B172D0A1A}" dt="2025-04-04T16:36:32.485" v="788" actId="255"/>
        <pc:sldMkLst>
          <pc:docMk/>
          <pc:sldMk cId="1658164610" sldId="283"/>
        </pc:sldMkLst>
        <pc:spChg chg="mod">
          <ac:chgData name="Sujitha D" userId="95b1751a1a05856e" providerId="LiveId" clId="{784F65B8-689D-4076-AAA0-E82B172D0A1A}" dt="2025-04-04T16:36:32.485" v="788" actId="255"/>
          <ac:spMkLst>
            <pc:docMk/>
            <pc:sldMk cId="1658164610" sldId="283"/>
            <ac:spMk id="3" creationId="{4321055C-5E33-5D21-2A6E-21827FA88ED3}"/>
          </ac:spMkLst>
        </pc:spChg>
      </pc:sldChg>
      <pc:sldChg chg="addSp delSp modSp mod">
        <pc:chgData name="Sujitha D" userId="95b1751a1a05856e" providerId="LiveId" clId="{784F65B8-689D-4076-AAA0-E82B172D0A1A}" dt="2025-04-04T14:58:48.206" v="324" actId="113"/>
        <pc:sldMkLst>
          <pc:docMk/>
          <pc:sldMk cId="2403577982" sldId="284"/>
        </pc:sldMkLst>
        <pc:spChg chg="add mod">
          <ac:chgData name="Sujitha D" userId="95b1751a1a05856e" providerId="LiveId" clId="{784F65B8-689D-4076-AAA0-E82B172D0A1A}" dt="2025-04-04T14:53:33.870" v="79"/>
          <ac:spMkLst>
            <pc:docMk/>
            <pc:sldMk cId="2403577982" sldId="284"/>
            <ac:spMk id="2" creationId="{6D7FA995-1B69-AE53-4F29-17D9907F51FF}"/>
          </ac:spMkLst>
        </pc:spChg>
        <pc:spChg chg="add mod">
          <ac:chgData name="Sujitha D" userId="95b1751a1a05856e" providerId="LiveId" clId="{784F65B8-689D-4076-AAA0-E82B172D0A1A}" dt="2025-04-04T14:53:41.048" v="81"/>
          <ac:spMkLst>
            <pc:docMk/>
            <pc:sldMk cId="2403577982" sldId="284"/>
            <ac:spMk id="3" creationId="{F1EFF1A7-A2EC-6181-CFC4-CEA27518A11D}"/>
          </ac:spMkLst>
        </pc:spChg>
        <pc:spChg chg="add mod">
          <ac:chgData name="Sujitha D" userId="95b1751a1a05856e" providerId="LiveId" clId="{784F65B8-689D-4076-AAA0-E82B172D0A1A}" dt="2025-04-04T14:53:55.788" v="83"/>
          <ac:spMkLst>
            <pc:docMk/>
            <pc:sldMk cId="2403577982" sldId="284"/>
            <ac:spMk id="4" creationId="{B45108DA-655C-7C93-2356-6831559A7B21}"/>
          </ac:spMkLst>
        </pc:spChg>
        <pc:spChg chg="add del mod">
          <ac:chgData name="Sujitha D" userId="95b1751a1a05856e" providerId="LiveId" clId="{784F65B8-689D-4076-AAA0-E82B172D0A1A}" dt="2025-04-04T14:58:48.206" v="324" actId="113"/>
          <ac:spMkLst>
            <pc:docMk/>
            <pc:sldMk cId="2403577982" sldId="284"/>
            <ac:spMk id="5" creationId="{5B54075E-24CE-410A-0425-00642EB1208B}"/>
          </ac:spMkLst>
        </pc:spChg>
        <pc:spChg chg="add">
          <ac:chgData name="Sujitha D" userId="95b1751a1a05856e" providerId="LiveId" clId="{784F65B8-689D-4076-AAA0-E82B172D0A1A}" dt="2025-04-04T14:54:29.890" v="90"/>
          <ac:spMkLst>
            <pc:docMk/>
            <pc:sldMk cId="2403577982" sldId="284"/>
            <ac:spMk id="6" creationId="{4205F3ED-C944-0EB5-8AE0-2EFB7D2C696A}"/>
          </ac:spMkLst>
        </pc:spChg>
        <pc:spChg chg="add mod">
          <ac:chgData name="Sujitha D" userId="95b1751a1a05856e" providerId="LiveId" clId="{784F65B8-689D-4076-AAA0-E82B172D0A1A}" dt="2025-04-04T14:54:37.032" v="92"/>
          <ac:spMkLst>
            <pc:docMk/>
            <pc:sldMk cId="2403577982" sldId="284"/>
            <ac:spMk id="7" creationId="{B60A600C-2E8F-501B-18A3-14A73ECF97E8}"/>
          </ac:spMkLst>
        </pc:spChg>
        <pc:spChg chg="add">
          <ac:chgData name="Sujitha D" userId="95b1751a1a05856e" providerId="LiveId" clId="{784F65B8-689D-4076-AAA0-E82B172D0A1A}" dt="2025-04-04T14:54:57.775" v="100"/>
          <ac:spMkLst>
            <pc:docMk/>
            <pc:sldMk cId="2403577982" sldId="284"/>
            <ac:spMk id="8" creationId="{085229A5-E46F-FBD0-17B5-622E81F0CF6F}"/>
          </ac:spMkLst>
        </pc:spChg>
        <pc:spChg chg="add">
          <ac:chgData name="Sujitha D" userId="95b1751a1a05856e" providerId="LiveId" clId="{784F65B8-689D-4076-AAA0-E82B172D0A1A}" dt="2025-04-04T14:55:14.362" v="101"/>
          <ac:spMkLst>
            <pc:docMk/>
            <pc:sldMk cId="2403577982" sldId="284"/>
            <ac:spMk id="10" creationId="{60462996-2BAF-D0AF-A9D4-ACF7252621DF}"/>
          </ac:spMkLst>
        </pc:spChg>
        <pc:spChg chg="add">
          <ac:chgData name="Sujitha D" userId="95b1751a1a05856e" providerId="LiveId" clId="{784F65B8-689D-4076-AAA0-E82B172D0A1A}" dt="2025-04-04T14:56:53.619" v="224"/>
          <ac:spMkLst>
            <pc:docMk/>
            <pc:sldMk cId="2403577982" sldId="284"/>
            <ac:spMk id="11" creationId="{C70C4F13-031B-9EDA-ADD8-494911FF349E}"/>
          </ac:spMkLst>
        </pc:spChg>
        <pc:spChg chg="mod">
          <ac:chgData name="Sujitha D" userId="95b1751a1a05856e" providerId="LiveId" clId="{784F65B8-689D-4076-AAA0-E82B172D0A1A}" dt="2025-04-04T14:58:21.839" v="319" actId="1076"/>
          <ac:spMkLst>
            <pc:docMk/>
            <pc:sldMk cId="2403577982" sldId="284"/>
            <ac:spMk id="17" creationId="{09140014-73D5-419B-8867-972BB18D52D4}"/>
          </ac:spMkLst>
        </pc:spChg>
      </pc:sldChg>
      <pc:sldChg chg="modSp mod">
        <pc:chgData name="Sujitha D" userId="95b1751a1a05856e" providerId="LiveId" clId="{784F65B8-689D-4076-AAA0-E82B172D0A1A}" dt="2025-04-04T16:19:25.616" v="755" actId="20577"/>
        <pc:sldMkLst>
          <pc:docMk/>
          <pc:sldMk cId="2791821786" sldId="285"/>
        </pc:sldMkLst>
        <pc:spChg chg="mod">
          <ac:chgData name="Sujitha D" userId="95b1751a1a05856e" providerId="LiveId" clId="{784F65B8-689D-4076-AAA0-E82B172D0A1A}" dt="2025-04-04T16:00:44.855" v="676" actId="113"/>
          <ac:spMkLst>
            <pc:docMk/>
            <pc:sldMk cId="2791821786" sldId="285"/>
            <ac:spMk id="8" creationId="{3E5FEE2D-79E5-4C1D-8BF7-EE619CA7039A}"/>
          </ac:spMkLst>
        </pc:spChg>
        <pc:graphicFrameChg chg="modGraphic">
          <ac:chgData name="Sujitha D" userId="95b1751a1a05856e" providerId="LiveId" clId="{784F65B8-689D-4076-AAA0-E82B172D0A1A}" dt="2025-04-04T16:19:25.616" v="755" actId="20577"/>
          <ac:graphicFrameMkLst>
            <pc:docMk/>
            <pc:sldMk cId="2791821786" sldId="285"/>
            <ac:graphicFrameMk id="11" creationId="{39EF65CE-A201-3F37-FAF4-2E0925EE9AA5}"/>
          </ac:graphicFrameMkLst>
        </pc:graphicFrameChg>
      </pc:sldChg>
      <pc:sldChg chg="modSp mod">
        <pc:chgData name="Sujitha D" userId="95b1751a1a05856e" providerId="LiveId" clId="{784F65B8-689D-4076-AAA0-E82B172D0A1A}" dt="2025-04-04T16:00:50.298" v="677" actId="113"/>
        <pc:sldMkLst>
          <pc:docMk/>
          <pc:sldMk cId="550589235" sldId="286"/>
        </pc:sldMkLst>
        <pc:spChg chg="mod">
          <ac:chgData name="Sujitha D" userId="95b1751a1a05856e" providerId="LiveId" clId="{784F65B8-689D-4076-AAA0-E82B172D0A1A}" dt="2025-04-04T16:00:50.298" v="677" actId="113"/>
          <ac:spMkLst>
            <pc:docMk/>
            <pc:sldMk cId="550589235" sldId="286"/>
            <ac:spMk id="5" creationId="{A9FE4655-E339-0CD9-DBA9-6C3878715491}"/>
          </ac:spMkLst>
        </pc:spChg>
      </pc:sldChg>
      <pc:sldChg chg="addSp delSp modSp new mod">
        <pc:chgData name="Sujitha D" userId="95b1751a1a05856e" providerId="LiveId" clId="{784F65B8-689D-4076-AAA0-E82B172D0A1A}" dt="2025-04-04T15:52:35.033" v="581" actId="20577"/>
        <pc:sldMkLst>
          <pc:docMk/>
          <pc:sldMk cId="2826839672" sldId="287"/>
        </pc:sldMkLst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2" creationId="{C033A920-7829-9FF8-AD99-D29162CCE8EE}"/>
          </ac:spMkLst>
        </pc:spChg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3" creationId="{3C2ADE8F-C93D-1F2E-A43D-6BD54EA58D00}"/>
          </ac:spMkLst>
        </pc:spChg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4" creationId="{0826895D-16E7-4EE8-2213-AA0FB670306B}"/>
          </ac:spMkLst>
        </pc:spChg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5" creationId="{33DE7963-30F6-552D-C45C-909A5D2EB202}"/>
          </ac:spMkLst>
        </pc:spChg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6" creationId="{0AC041CD-748F-9B47-C6AE-E8B6101BDEA9}"/>
          </ac:spMkLst>
        </pc:spChg>
        <pc:spChg chg="del">
          <ac:chgData name="Sujitha D" userId="95b1751a1a05856e" providerId="LiveId" clId="{784F65B8-689D-4076-AAA0-E82B172D0A1A}" dt="2025-04-04T15:12:23.705" v="416" actId="478"/>
          <ac:spMkLst>
            <pc:docMk/>
            <pc:sldMk cId="2826839672" sldId="287"/>
            <ac:spMk id="7" creationId="{4137D9D6-A191-D3A6-3353-11DE2732B5C5}"/>
          </ac:spMkLst>
        </pc:spChg>
        <pc:spChg chg="add del mod">
          <ac:chgData name="Sujitha D" userId="95b1751a1a05856e" providerId="LiveId" clId="{784F65B8-689D-4076-AAA0-E82B172D0A1A}" dt="2025-04-04T15:23:22.421" v="426"/>
          <ac:spMkLst>
            <pc:docMk/>
            <pc:sldMk cId="2826839672" sldId="287"/>
            <ac:spMk id="8" creationId="{6E5EE696-551F-9217-502B-3D108437A23D}"/>
          </ac:spMkLst>
        </pc:spChg>
        <pc:spChg chg="add mod">
          <ac:chgData name="Sujitha D" userId="95b1751a1a05856e" providerId="LiveId" clId="{784F65B8-689D-4076-AAA0-E82B172D0A1A}" dt="2025-04-04T15:52:35.033" v="581" actId="20577"/>
          <ac:spMkLst>
            <pc:docMk/>
            <pc:sldMk cId="2826839672" sldId="287"/>
            <ac:spMk id="9" creationId="{7D8138FA-A91A-9FFB-BB27-604C88A3CCA3}"/>
          </ac:spMkLst>
        </pc:spChg>
        <pc:picChg chg="add mod">
          <ac:chgData name="Sujitha D" userId="95b1751a1a05856e" providerId="LiveId" clId="{784F65B8-689D-4076-AAA0-E82B172D0A1A}" dt="2025-04-04T15:52:15.361" v="579" actId="1076"/>
          <ac:picMkLst>
            <pc:docMk/>
            <pc:sldMk cId="2826839672" sldId="287"/>
            <ac:picMk id="11" creationId="{F59D61D2-7C39-EB7F-60EE-5A51961FF6E4}"/>
          </ac:picMkLst>
        </pc:picChg>
      </pc:sldChg>
      <pc:sldChg chg="addSp delSp modSp new mod ord">
        <pc:chgData name="Sujitha D" userId="95b1751a1a05856e" providerId="LiveId" clId="{784F65B8-689D-4076-AAA0-E82B172D0A1A}" dt="2025-04-04T16:16:15.138" v="741" actId="20577"/>
        <pc:sldMkLst>
          <pc:docMk/>
          <pc:sldMk cId="4281124686" sldId="288"/>
        </pc:sldMkLst>
        <pc:spChg chg="del">
          <ac:chgData name="Sujitha D" userId="95b1751a1a05856e" providerId="LiveId" clId="{784F65B8-689D-4076-AAA0-E82B172D0A1A}" dt="2025-04-04T15:01:10.609" v="329" actId="478"/>
          <ac:spMkLst>
            <pc:docMk/>
            <pc:sldMk cId="4281124686" sldId="288"/>
            <ac:spMk id="2" creationId="{9445CE79-BE21-8515-D992-425FDA2B5FF3}"/>
          </ac:spMkLst>
        </pc:spChg>
        <pc:spChg chg="del">
          <ac:chgData name="Sujitha D" userId="95b1751a1a05856e" providerId="LiveId" clId="{784F65B8-689D-4076-AAA0-E82B172D0A1A}" dt="2025-04-04T15:01:10.609" v="329" actId="478"/>
          <ac:spMkLst>
            <pc:docMk/>
            <pc:sldMk cId="4281124686" sldId="288"/>
            <ac:spMk id="3" creationId="{ACE7961B-244E-75E3-5575-615CCEE61884}"/>
          </ac:spMkLst>
        </pc:spChg>
        <pc:spChg chg="del">
          <ac:chgData name="Sujitha D" userId="95b1751a1a05856e" providerId="LiveId" clId="{784F65B8-689D-4076-AAA0-E82B172D0A1A}" dt="2025-04-04T15:01:10.609" v="329" actId="478"/>
          <ac:spMkLst>
            <pc:docMk/>
            <pc:sldMk cId="4281124686" sldId="288"/>
            <ac:spMk id="4" creationId="{0B9BAFFF-82DE-0290-C35D-E9F6532EB595}"/>
          </ac:spMkLst>
        </pc:spChg>
        <pc:spChg chg="add mod">
          <ac:chgData name="Sujitha D" userId="95b1751a1a05856e" providerId="LiveId" clId="{784F65B8-689D-4076-AAA0-E82B172D0A1A}" dt="2025-04-04T15:49:43.226" v="560" actId="1076"/>
          <ac:spMkLst>
            <pc:docMk/>
            <pc:sldMk cId="4281124686" sldId="288"/>
            <ac:spMk id="6" creationId="{FCE4A8EF-B7A2-600D-AED3-131940EC4FE4}"/>
          </ac:spMkLst>
        </pc:spChg>
        <pc:spChg chg="add mod">
          <ac:chgData name="Sujitha D" userId="95b1751a1a05856e" providerId="LiveId" clId="{784F65B8-689D-4076-AAA0-E82B172D0A1A}" dt="2025-04-04T16:16:15.138" v="741" actId="20577"/>
          <ac:spMkLst>
            <pc:docMk/>
            <pc:sldMk cId="4281124686" sldId="288"/>
            <ac:spMk id="8" creationId="{B5CD97BE-CC4B-8FE8-D188-2E05A2F08E87}"/>
          </ac:spMkLst>
        </pc:spChg>
        <pc:spChg chg="add mod">
          <ac:chgData name="Sujitha D" userId="95b1751a1a05856e" providerId="LiveId" clId="{784F65B8-689D-4076-AAA0-E82B172D0A1A}" dt="2025-04-04T15:03:55.611" v="358" actId="20577"/>
          <ac:spMkLst>
            <pc:docMk/>
            <pc:sldMk cId="4281124686" sldId="288"/>
            <ac:spMk id="11" creationId="{F4C5168C-D856-EBEC-C0CB-14F88710E1C6}"/>
          </ac:spMkLst>
        </pc:spChg>
        <pc:spChg chg="add mod">
          <ac:chgData name="Sujitha D" userId="95b1751a1a05856e" providerId="LiveId" clId="{784F65B8-689D-4076-AAA0-E82B172D0A1A}" dt="2025-04-04T15:07:06.289" v="376" actId="20577"/>
          <ac:spMkLst>
            <pc:docMk/>
            <pc:sldMk cId="4281124686" sldId="288"/>
            <ac:spMk id="14" creationId="{950DD2EF-5F63-F62B-8F5C-A2CC0508D6C9}"/>
          </ac:spMkLst>
        </pc:spChg>
        <pc:picChg chg="add mod">
          <ac:chgData name="Sujitha D" userId="95b1751a1a05856e" providerId="LiveId" clId="{784F65B8-689D-4076-AAA0-E82B172D0A1A}" dt="2025-04-04T15:02:27.527" v="343" actId="1076"/>
          <ac:picMkLst>
            <pc:docMk/>
            <pc:sldMk cId="4281124686" sldId="288"/>
            <ac:picMk id="10" creationId="{2D5469EE-139E-C27A-4D7F-59E8212EDEF0}"/>
          </ac:picMkLst>
        </pc:picChg>
        <pc:picChg chg="add mod">
          <ac:chgData name="Sujitha D" userId="95b1751a1a05856e" providerId="LiveId" clId="{784F65B8-689D-4076-AAA0-E82B172D0A1A}" dt="2025-04-04T15:05:22.687" v="360" actId="1076"/>
          <ac:picMkLst>
            <pc:docMk/>
            <pc:sldMk cId="4281124686" sldId="288"/>
            <ac:picMk id="13" creationId="{8DB25399-02DF-0075-2B9E-9B9BCD35BDED}"/>
          </ac:picMkLst>
        </pc:picChg>
      </pc:sldChg>
      <pc:sldChg chg="addSp delSp modSp new mod">
        <pc:chgData name="Sujitha D" userId="95b1751a1a05856e" providerId="LiveId" clId="{784F65B8-689D-4076-AAA0-E82B172D0A1A}" dt="2025-04-04T15:50:34.068" v="566" actId="1076"/>
        <pc:sldMkLst>
          <pc:docMk/>
          <pc:sldMk cId="3733330398" sldId="289"/>
        </pc:sldMkLst>
        <pc:spChg chg="del">
          <ac:chgData name="Sujitha D" userId="95b1751a1a05856e" providerId="LiveId" clId="{784F65B8-689D-4076-AAA0-E82B172D0A1A}" dt="2025-04-04T15:06:00.682" v="362" actId="478"/>
          <ac:spMkLst>
            <pc:docMk/>
            <pc:sldMk cId="3733330398" sldId="289"/>
            <ac:spMk id="2" creationId="{B9ED001D-818B-6624-C6B5-566E521F3ECF}"/>
          </ac:spMkLst>
        </pc:spChg>
        <pc:spChg chg="del">
          <ac:chgData name="Sujitha D" userId="95b1751a1a05856e" providerId="LiveId" clId="{784F65B8-689D-4076-AAA0-E82B172D0A1A}" dt="2025-04-04T15:06:00.682" v="362" actId="478"/>
          <ac:spMkLst>
            <pc:docMk/>
            <pc:sldMk cId="3733330398" sldId="289"/>
            <ac:spMk id="3" creationId="{8B2AEAA4-C4BD-AEBC-C4D2-7359C91840D4}"/>
          </ac:spMkLst>
        </pc:spChg>
        <pc:spChg chg="del">
          <ac:chgData name="Sujitha D" userId="95b1751a1a05856e" providerId="LiveId" clId="{784F65B8-689D-4076-AAA0-E82B172D0A1A}" dt="2025-04-04T15:06:00.682" v="362" actId="478"/>
          <ac:spMkLst>
            <pc:docMk/>
            <pc:sldMk cId="3733330398" sldId="289"/>
            <ac:spMk id="4" creationId="{FDB6E295-C51F-25DC-F049-14E3D60E134C}"/>
          </ac:spMkLst>
        </pc:spChg>
        <pc:spChg chg="add mod">
          <ac:chgData name="Sujitha D" userId="95b1751a1a05856e" providerId="LiveId" clId="{784F65B8-689D-4076-AAA0-E82B172D0A1A}" dt="2025-04-04T15:50:06.301" v="563" actId="14100"/>
          <ac:spMkLst>
            <pc:docMk/>
            <pc:sldMk cId="3733330398" sldId="289"/>
            <ac:spMk id="6" creationId="{7C58B1D8-2852-A818-C520-60A07D3F2554}"/>
          </ac:spMkLst>
        </pc:spChg>
        <pc:spChg chg="add mod">
          <ac:chgData name="Sujitha D" userId="95b1751a1a05856e" providerId="LiveId" clId="{784F65B8-689D-4076-AAA0-E82B172D0A1A}" dt="2025-04-04T15:08:57.793" v="391" actId="1076"/>
          <ac:spMkLst>
            <pc:docMk/>
            <pc:sldMk cId="3733330398" sldId="289"/>
            <ac:spMk id="10" creationId="{73A3EAA4-C1B5-D51F-8C63-D935566F4E74}"/>
          </ac:spMkLst>
        </pc:spChg>
        <pc:spChg chg="add mod">
          <ac:chgData name="Sujitha D" userId="95b1751a1a05856e" providerId="LiveId" clId="{784F65B8-689D-4076-AAA0-E82B172D0A1A}" dt="2025-04-04T15:50:31.669" v="565" actId="1076"/>
          <ac:spMkLst>
            <pc:docMk/>
            <pc:sldMk cId="3733330398" sldId="289"/>
            <ac:spMk id="11" creationId="{CC353223-C028-7792-2395-6FCCDA7ACB1A}"/>
          </ac:spMkLst>
        </pc:spChg>
        <pc:picChg chg="add mod">
          <ac:chgData name="Sujitha D" userId="95b1751a1a05856e" providerId="LiveId" clId="{784F65B8-689D-4076-AAA0-E82B172D0A1A}" dt="2025-04-04T15:07:51.036" v="381" actId="1076"/>
          <ac:picMkLst>
            <pc:docMk/>
            <pc:sldMk cId="3733330398" sldId="289"/>
            <ac:picMk id="8" creationId="{EEB859CA-B854-BE47-C38D-68F4AB6D2246}"/>
          </ac:picMkLst>
        </pc:picChg>
        <pc:picChg chg="add mod">
          <ac:chgData name="Sujitha D" userId="95b1751a1a05856e" providerId="LiveId" clId="{784F65B8-689D-4076-AAA0-E82B172D0A1A}" dt="2025-04-04T15:50:34.068" v="566" actId="1076"/>
          <ac:picMkLst>
            <pc:docMk/>
            <pc:sldMk cId="3733330398" sldId="289"/>
            <ac:picMk id="13" creationId="{FCDD8AE2-4E16-FF21-CC74-40D5F1C31141}"/>
          </ac:picMkLst>
        </pc:picChg>
      </pc:sldChg>
      <pc:sldChg chg="addSp delSp modSp new mod">
        <pc:chgData name="Sujitha D" userId="95b1751a1a05856e" providerId="LiveId" clId="{784F65B8-689D-4076-AAA0-E82B172D0A1A}" dt="2025-04-04T15:51:16.247" v="573" actId="20577"/>
        <pc:sldMkLst>
          <pc:docMk/>
          <pc:sldMk cId="708988594" sldId="290"/>
        </pc:sldMkLst>
        <pc:spChg chg="del">
          <ac:chgData name="Sujitha D" userId="95b1751a1a05856e" providerId="LiveId" clId="{784F65B8-689D-4076-AAA0-E82B172D0A1A}" dt="2025-04-04T15:10:42.405" v="400" actId="478"/>
          <ac:spMkLst>
            <pc:docMk/>
            <pc:sldMk cId="708988594" sldId="290"/>
            <ac:spMk id="2" creationId="{75607540-2C31-BB9F-704A-5A5D9F3083F7}"/>
          </ac:spMkLst>
        </pc:spChg>
        <pc:spChg chg="del">
          <ac:chgData name="Sujitha D" userId="95b1751a1a05856e" providerId="LiveId" clId="{784F65B8-689D-4076-AAA0-E82B172D0A1A}" dt="2025-04-04T15:10:42.405" v="400" actId="478"/>
          <ac:spMkLst>
            <pc:docMk/>
            <pc:sldMk cId="708988594" sldId="290"/>
            <ac:spMk id="3" creationId="{38B070C6-1222-FE69-1367-B695CC7D7447}"/>
          </ac:spMkLst>
        </pc:spChg>
        <pc:spChg chg="del">
          <ac:chgData name="Sujitha D" userId="95b1751a1a05856e" providerId="LiveId" clId="{784F65B8-689D-4076-AAA0-E82B172D0A1A}" dt="2025-04-04T15:10:42.405" v="400" actId="478"/>
          <ac:spMkLst>
            <pc:docMk/>
            <pc:sldMk cId="708988594" sldId="290"/>
            <ac:spMk id="4" creationId="{449986C2-C6F2-D30C-07FE-A6332CE0414D}"/>
          </ac:spMkLst>
        </pc:spChg>
        <pc:spChg chg="add mod">
          <ac:chgData name="Sujitha D" userId="95b1751a1a05856e" providerId="LiveId" clId="{784F65B8-689D-4076-AAA0-E82B172D0A1A}" dt="2025-04-04T15:51:16.247" v="573" actId="20577"/>
          <ac:spMkLst>
            <pc:docMk/>
            <pc:sldMk cId="708988594" sldId="290"/>
            <ac:spMk id="7" creationId="{F97118AE-6006-33A2-6559-D8F0A913B8A6}"/>
          </ac:spMkLst>
        </pc:spChg>
        <pc:picChg chg="add del">
          <ac:chgData name="Sujitha D" userId="95b1751a1a05856e" providerId="LiveId" clId="{784F65B8-689D-4076-AAA0-E82B172D0A1A}" dt="2025-04-04T15:10:40.471" v="399" actId="22"/>
          <ac:picMkLst>
            <pc:docMk/>
            <pc:sldMk cId="708988594" sldId="290"/>
            <ac:picMk id="6" creationId="{E9EA9C91-1C3D-3740-F966-596431B7FBAA}"/>
          </ac:picMkLst>
        </pc:picChg>
      </pc:sldChg>
      <pc:sldChg chg="addSp delSp modSp new del mod">
        <pc:chgData name="Sujitha D" userId="95b1751a1a05856e" providerId="LiveId" clId="{784F65B8-689D-4076-AAA0-E82B172D0A1A}" dt="2025-04-04T15:53:19.209" v="587" actId="47"/>
        <pc:sldMkLst>
          <pc:docMk/>
          <pc:sldMk cId="2020213074" sldId="291"/>
        </pc:sldMkLst>
        <pc:spChg chg="del mod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2" creationId="{FF8FE6A0-608D-B355-E908-DE097EC3D877}"/>
          </ac:spMkLst>
        </pc:spChg>
        <pc:spChg chg="del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3" creationId="{1320C725-F745-E290-971D-7034DD03C819}"/>
          </ac:spMkLst>
        </pc:spChg>
        <pc:spChg chg="del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4" creationId="{087BD143-9A2E-74E8-9884-DB1147BAF8D5}"/>
          </ac:spMkLst>
        </pc:spChg>
        <pc:spChg chg="del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5" creationId="{89663075-08E9-5989-EAAF-53126BCEAA44}"/>
          </ac:spMkLst>
        </pc:spChg>
        <pc:spChg chg="del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6" creationId="{54B755AF-C3E9-BB5B-C9EE-C56686C4A816}"/>
          </ac:spMkLst>
        </pc:spChg>
        <pc:spChg chg="del">
          <ac:chgData name="Sujitha D" userId="95b1751a1a05856e" providerId="LiveId" clId="{784F65B8-689D-4076-AAA0-E82B172D0A1A}" dt="2025-04-04T15:24:14.273" v="432" actId="478"/>
          <ac:spMkLst>
            <pc:docMk/>
            <pc:sldMk cId="2020213074" sldId="291"/>
            <ac:spMk id="7" creationId="{8668B009-7AAA-7354-5315-BF2FD03E5F67}"/>
          </ac:spMkLst>
        </pc:spChg>
        <pc:spChg chg="add mod">
          <ac:chgData name="Sujitha D" userId="95b1751a1a05856e" providerId="LiveId" clId="{784F65B8-689D-4076-AAA0-E82B172D0A1A}" dt="2025-04-04T15:52:59.147" v="586" actId="1076"/>
          <ac:spMkLst>
            <pc:docMk/>
            <pc:sldMk cId="2020213074" sldId="291"/>
            <ac:spMk id="8" creationId="{4A92262E-CCDE-3F7E-CCAE-540381310BA0}"/>
          </ac:spMkLst>
        </pc:spChg>
        <pc:picChg chg="add mod">
          <ac:chgData name="Sujitha D" userId="95b1751a1a05856e" providerId="LiveId" clId="{784F65B8-689D-4076-AAA0-E82B172D0A1A}" dt="2025-04-04T15:52:54.506" v="585" actId="1076"/>
          <ac:picMkLst>
            <pc:docMk/>
            <pc:sldMk cId="2020213074" sldId="291"/>
            <ac:picMk id="10" creationId="{400DFB92-9F88-9598-4F3A-3DC840C08675}"/>
          </ac:picMkLst>
        </pc:picChg>
      </pc:sldChg>
      <pc:sldChg chg="addSp delSp modSp new mod">
        <pc:chgData name="Sujitha D" userId="95b1751a1a05856e" providerId="LiveId" clId="{784F65B8-689D-4076-AAA0-E82B172D0A1A}" dt="2025-04-04T15:54:25.048" v="594" actId="1076"/>
        <pc:sldMkLst>
          <pc:docMk/>
          <pc:sldMk cId="4103443523" sldId="292"/>
        </pc:sldMkLst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2" creationId="{E7374136-E9A1-AB23-9D3F-ABB6E5E17C8C}"/>
          </ac:spMkLst>
        </pc:spChg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3" creationId="{0449A719-9E8B-A09C-9AB5-6CEDF449AE13}"/>
          </ac:spMkLst>
        </pc:spChg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4" creationId="{1610F2C5-8DEA-A64F-BD9D-B2325F0A9BE1}"/>
          </ac:spMkLst>
        </pc:spChg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5" creationId="{82010670-1FC7-4C89-A60E-8FBE1F0D9AB7}"/>
          </ac:spMkLst>
        </pc:spChg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6" creationId="{208C46B9-7620-2B08-6A5F-67F1227B81D5}"/>
          </ac:spMkLst>
        </pc:spChg>
        <pc:spChg chg="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7" creationId="{9B4B322A-7C65-BF44-A7D3-7B9C8524FE0C}"/>
          </ac:spMkLst>
        </pc:spChg>
        <pc:spChg chg="add del">
          <ac:chgData name="Sujitha D" userId="95b1751a1a05856e" providerId="LiveId" clId="{784F65B8-689D-4076-AAA0-E82B172D0A1A}" dt="2025-04-04T15:25:17.429" v="442" actId="478"/>
          <ac:spMkLst>
            <pc:docMk/>
            <pc:sldMk cId="4103443523" sldId="292"/>
            <ac:spMk id="8" creationId="{E849E287-BB44-5CE8-DBEF-C7AECDB4EF61}"/>
          </ac:spMkLst>
        </pc:spChg>
        <pc:spChg chg="add mod">
          <ac:chgData name="Sujitha D" userId="95b1751a1a05856e" providerId="LiveId" clId="{784F65B8-689D-4076-AAA0-E82B172D0A1A}" dt="2025-04-04T15:54:25.048" v="594" actId="1076"/>
          <ac:spMkLst>
            <pc:docMk/>
            <pc:sldMk cId="4103443523" sldId="292"/>
            <ac:spMk id="9" creationId="{3EDBAB38-7A48-8F38-D1EE-CC67991CCFA3}"/>
          </ac:spMkLst>
        </pc:spChg>
        <pc:spChg chg="add mod">
          <ac:chgData name="Sujitha D" userId="95b1751a1a05856e" providerId="LiveId" clId="{784F65B8-689D-4076-AAA0-E82B172D0A1A}" dt="2025-04-04T15:54:18.089" v="593" actId="1076"/>
          <ac:spMkLst>
            <pc:docMk/>
            <pc:sldMk cId="4103443523" sldId="292"/>
            <ac:spMk id="12" creationId="{EA451C01-86FE-85F3-0B23-414E1CB96C17}"/>
          </ac:spMkLst>
        </pc:spChg>
        <pc:picChg chg="add del mod">
          <ac:chgData name="Sujitha D" userId="95b1751a1a05856e" providerId="LiveId" clId="{784F65B8-689D-4076-AAA0-E82B172D0A1A}" dt="2025-04-04T15:40:21.286" v="496" actId="478"/>
          <ac:picMkLst>
            <pc:docMk/>
            <pc:sldMk cId="4103443523" sldId="292"/>
            <ac:picMk id="11" creationId="{9EF198E8-D835-9612-2F4C-1C1765D5AC87}"/>
          </ac:picMkLst>
        </pc:picChg>
        <pc:picChg chg="add del mod">
          <ac:chgData name="Sujitha D" userId="95b1751a1a05856e" providerId="LiveId" clId="{784F65B8-689D-4076-AAA0-E82B172D0A1A}" dt="2025-04-04T15:40:36.188" v="497" actId="478"/>
          <ac:picMkLst>
            <pc:docMk/>
            <pc:sldMk cId="4103443523" sldId="292"/>
            <ac:picMk id="14" creationId="{4227C0B4-C932-474E-DA9F-AD2B3C0CE7D9}"/>
          </ac:picMkLst>
        </pc:picChg>
      </pc:sldChg>
      <pc:sldChg chg="addSp delSp modSp new mod ord">
        <pc:chgData name="Sujitha D" userId="95b1751a1a05856e" providerId="LiveId" clId="{784F65B8-689D-4076-AAA0-E82B172D0A1A}" dt="2025-04-04T16:20:08.583" v="767" actId="20577"/>
        <pc:sldMkLst>
          <pc:docMk/>
          <pc:sldMk cId="2153481965" sldId="293"/>
        </pc:sldMkLst>
        <pc:spChg chg="del">
          <ac:chgData name="Sujitha D" userId="95b1751a1a05856e" providerId="LiveId" clId="{784F65B8-689D-4076-AAA0-E82B172D0A1A}" dt="2025-04-04T15:27:10.059" v="458" actId="478"/>
          <ac:spMkLst>
            <pc:docMk/>
            <pc:sldMk cId="2153481965" sldId="293"/>
            <ac:spMk id="2" creationId="{88259179-E076-2BF3-A1DC-6D1812176B3F}"/>
          </ac:spMkLst>
        </pc:spChg>
        <pc:spChg chg="del">
          <ac:chgData name="Sujitha D" userId="95b1751a1a05856e" providerId="LiveId" clId="{784F65B8-689D-4076-AAA0-E82B172D0A1A}" dt="2025-04-04T15:27:10.059" v="458" actId="478"/>
          <ac:spMkLst>
            <pc:docMk/>
            <pc:sldMk cId="2153481965" sldId="293"/>
            <ac:spMk id="3" creationId="{427B0FF6-B591-7B65-575F-09283F5B6922}"/>
          </ac:spMkLst>
        </pc:spChg>
        <pc:spChg chg="del">
          <ac:chgData name="Sujitha D" userId="95b1751a1a05856e" providerId="LiveId" clId="{784F65B8-689D-4076-AAA0-E82B172D0A1A}" dt="2025-04-04T15:27:10.059" v="458" actId="478"/>
          <ac:spMkLst>
            <pc:docMk/>
            <pc:sldMk cId="2153481965" sldId="293"/>
            <ac:spMk id="4" creationId="{D903F6C9-46A6-7337-953B-A1B569102411}"/>
          </ac:spMkLst>
        </pc:spChg>
        <pc:spChg chg="add del">
          <ac:chgData name="Sujitha D" userId="95b1751a1a05856e" providerId="LiveId" clId="{784F65B8-689D-4076-AAA0-E82B172D0A1A}" dt="2025-04-04T15:34:12.666" v="460" actId="22"/>
          <ac:spMkLst>
            <pc:docMk/>
            <pc:sldMk cId="2153481965" sldId="293"/>
            <ac:spMk id="6" creationId="{0C3242E1-5B85-060A-1C08-AAE841E1D621}"/>
          </ac:spMkLst>
        </pc:spChg>
        <pc:spChg chg="add mod">
          <ac:chgData name="Sujitha D" userId="95b1751a1a05856e" providerId="LiveId" clId="{784F65B8-689D-4076-AAA0-E82B172D0A1A}" dt="2025-04-04T16:20:08.583" v="767" actId="20577"/>
          <ac:spMkLst>
            <pc:docMk/>
            <pc:sldMk cId="2153481965" sldId="293"/>
            <ac:spMk id="8" creationId="{99D91853-6D22-EBB6-DA0D-46F9B09552DE}"/>
          </ac:spMkLst>
        </pc:spChg>
        <pc:spChg chg="add mod">
          <ac:chgData name="Sujitha D" userId="95b1751a1a05856e" providerId="LiveId" clId="{784F65B8-689D-4076-AAA0-E82B172D0A1A}" dt="2025-04-04T15:56:05.889" v="618" actId="20577"/>
          <ac:spMkLst>
            <pc:docMk/>
            <pc:sldMk cId="2153481965" sldId="293"/>
            <ac:spMk id="9" creationId="{B74184A6-4BEF-A0D5-19E3-D83D6D83DE2E}"/>
          </ac:spMkLst>
        </pc:spChg>
        <pc:spChg chg="add mod">
          <ac:chgData name="Sujitha D" userId="95b1751a1a05856e" providerId="LiveId" clId="{784F65B8-689D-4076-AAA0-E82B172D0A1A}" dt="2025-04-04T15:56:01.705" v="615" actId="20577"/>
          <ac:spMkLst>
            <pc:docMk/>
            <pc:sldMk cId="2153481965" sldId="293"/>
            <ac:spMk id="10" creationId="{8027E9CB-C9CE-77E6-8867-D1D28EA01625}"/>
          </ac:spMkLst>
        </pc:spChg>
      </pc:sldChg>
      <pc:sldChg chg="addSp delSp modSp new mod">
        <pc:chgData name="Sujitha D" userId="95b1751a1a05856e" providerId="LiveId" clId="{784F65B8-689D-4076-AAA0-E82B172D0A1A}" dt="2025-04-04T15:58:31.422" v="651" actId="20577"/>
        <pc:sldMkLst>
          <pc:docMk/>
          <pc:sldMk cId="624978942" sldId="294"/>
        </pc:sldMkLst>
        <pc:spChg chg="del">
          <ac:chgData name="Sujitha D" userId="95b1751a1a05856e" providerId="LiveId" clId="{784F65B8-689D-4076-AAA0-E82B172D0A1A}" dt="2025-04-04T15:38:25.785" v="478" actId="478"/>
          <ac:spMkLst>
            <pc:docMk/>
            <pc:sldMk cId="624978942" sldId="294"/>
            <ac:spMk id="2" creationId="{7D5C3F91-402F-B9FB-FFCE-5CB69EFA5B89}"/>
          </ac:spMkLst>
        </pc:spChg>
        <pc:spChg chg="del">
          <ac:chgData name="Sujitha D" userId="95b1751a1a05856e" providerId="LiveId" clId="{784F65B8-689D-4076-AAA0-E82B172D0A1A}" dt="2025-04-04T15:38:25.785" v="478" actId="478"/>
          <ac:spMkLst>
            <pc:docMk/>
            <pc:sldMk cId="624978942" sldId="294"/>
            <ac:spMk id="3" creationId="{84F1EA14-0B23-3053-AD8D-2960EC92F1C3}"/>
          </ac:spMkLst>
        </pc:spChg>
        <pc:spChg chg="del">
          <ac:chgData name="Sujitha D" userId="95b1751a1a05856e" providerId="LiveId" clId="{784F65B8-689D-4076-AAA0-E82B172D0A1A}" dt="2025-04-04T15:38:25.785" v="478" actId="478"/>
          <ac:spMkLst>
            <pc:docMk/>
            <pc:sldMk cId="624978942" sldId="294"/>
            <ac:spMk id="4" creationId="{33756175-2F18-7873-E995-EDF9AFC33C14}"/>
          </ac:spMkLst>
        </pc:spChg>
        <pc:spChg chg="add mod">
          <ac:chgData name="Sujitha D" userId="95b1751a1a05856e" providerId="LiveId" clId="{784F65B8-689D-4076-AAA0-E82B172D0A1A}" dt="2025-04-04T15:58:17.740" v="645" actId="20577"/>
          <ac:spMkLst>
            <pc:docMk/>
            <pc:sldMk cId="624978942" sldId="294"/>
            <ac:spMk id="5" creationId="{363B3650-5353-DBA5-F9CF-8A093E5FDE89}"/>
          </ac:spMkLst>
        </pc:spChg>
        <pc:spChg chg="add mod">
          <ac:chgData name="Sujitha D" userId="95b1751a1a05856e" providerId="LiveId" clId="{784F65B8-689D-4076-AAA0-E82B172D0A1A}" dt="2025-04-04T15:58:25.110" v="648" actId="20577"/>
          <ac:spMkLst>
            <pc:docMk/>
            <pc:sldMk cId="624978942" sldId="294"/>
            <ac:spMk id="6" creationId="{8B7D5C2A-4896-CC30-6F87-2FE892A6AF8F}"/>
          </ac:spMkLst>
        </pc:spChg>
        <pc:spChg chg="add mod">
          <ac:chgData name="Sujitha D" userId="95b1751a1a05856e" providerId="LiveId" clId="{784F65B8-689D-4076-AAA0-E82B172D0A1A}" dt="2025-04-04T15:58:31.422" v="651" actId="20577"/>
          <ac:spMkLst>
            <pc:docMk/>
            <pc:sldMk cId="624978942" sldId="294"/>
            <ac:spMk id="7" creationId="{EE27CE7A-F614-4B18-3180-C0E71D489667}"/>
          </ac:spMkLst>
        </pc:spChg>
      </pc:sldChg>
      <pc:sldChg chg="addSp delSp modSp new mod ord">
        <pc:chgData name="Sujitha D" userId="95b1751a1a05856e" providerId="LiveId" clId="{784F65B8-689D-4076-AAA0-E82B172D0A1A}" dt="2025-04-04T16:02:34.264" v="686" actId="255"/>
        <pc:sldMkLst>
          <pc:docMk/>
          <pc:sldMk cId="912020721" sldId="295"/>
        </pc:sldMkLst>
        <pc:spChg chg="del mod">
          <ac:chgData name="Sujitha D" userId="95b1751a1a05856e" providerId="LiveId" clId="{784F65B8-689D-4076-AAA0-E82B172D0A1A}" dt="2025-04-04T15:43:33.415" v="503" actId="478"/>
          <ac:spMkLst>
            <pc:docMk/>
            <pc:sldMk cId="912020721" sldId="295"/>
            <ac:spMk id="2" creationId="{8B012CAE-A734-0BE2-BC8B-0FB46F2342F4}"/>
          </ac:spMkLst>
        </pc:spChg>
        <pc:spChg chg="del">
          <ac:chgData name="Sujitha D" userId="95b1751a1a05856e" providerId="LiveId" clId="{784F65B8-689D-4076-AAA0-E82B172D0A1A}" dt="2025-04-04T15:43:33.415" v="503" actId="478"/>
          <ac:spMkLst>
            <pc:docMk/>
            <pc:sldMk cId="912020721" sldId="295"/>
            <ac:spMk id="3" creationId="{31834EB5-4ABC-3D8C-BB93-89C1237AECF3}"/>
          </ac:spMkLst>
        </pc:spChg>
        <pc:spChg chg="del">
          <ac:chgData name="Sujitha D" userId="95b1751a1a05856e" providerId="LiveId" clId="{784F65B8-689D-4076-AAA0-E82B172D0A1A}" dt="2025-04-04T15:43:33.415" v="503" actId="478"/>
          <ac:spMkLst>
            <pc:docMk/>
            <pc:sldMk cId="912020721" sldId="295"/>
            <ac:spMk id="4" creationId="{F480E6CE-AAB5-6B62-86F0-C4B84E6CEB84}"/>
          </ac:spMkLst>
        </pc:spChg>
        <pc:spChg chg="add del mod">
          <ac:chgData name="Sujitha D" userId="95b1751a1a05856e" providerId="LiveId" clId="{784F65B8-689D-4076-AAA0-E82B172D0A1A}" dt="2025-04-04T15:45:20.917" v="527"/>
          <ac:spMkLst>
            <pc:docMk/>
            <pc:sldMk cId="912020721" sldId="295"/>
            <ac:spMk id="5" creationId="{B6826FC0-E2E7-F7E6-CBF6-B92473981438}"/>
          </ac:spMkLst>
        </pc:spChg>
        <pc:spChg chg="add mod">
          <ac:chgData name="Sujitha D" userId="95b1751a1a05856e" providerId="LiveId" clId="{784F65B8-689D-4076-AAA0-E82B172D0A1A}" dt="2025-04-04T16:02:34.264" v="686" actId="255"/>
          <ac:spMkLst>
            <pc:docMk/>
            <pc:sldMk cId="912020721" sldId="295"/>
            <ac:spMk id="6" creationId="{AC639B43-5EC2-E956-C979-A37BE0B24CFF}"/>
          </ac:spMkLst>
        </pc:spChg>
      </pc:sldChg>
      <pc:sldChg chg="addSp delSp modSp new mod ord">
        <pc:chgData name="Sujitha D" userId="95b1751a1a05856e" providerId="LiveId" clId="{784F65B8-689D-4076-AAA0-E82B172D0A1A}" dt="2025-04-04T16:03:09.016" v="691" actId="1076"/>
        <pc:sldMkLst>
          <pc:docMk/>
          <pc:sldMk cId="1988907854" sldId="296"/>
        </pc:sldMkLst>
        <pc:spChg chg="del">
          <ac:chgData name="Sujitha D" userId="95b1751a1a05856e" providerId="LiveId" clId="{784F65B8-689D-4076-AAA0-E82B172D0A1A}" dt="2025-04-04T15:45:25.743" v="528" actId="478"/>
          <ac:spMkLst>
            <pc:docMk/>
            <pc:sldMk cId="1988907854" sldId="296"/>
            <ac:spMk id="2" creationId="{8EA48210-D5B2-E0E3-36A0-E13D2A25D55E}"/>
          </ac:spMkLst>
        </pc:spChg>
        <pc:spChg chg="del">
          <ac:chgData name="Sujitha D" userId="95b1751a1a05856e" providerId="LiveId" clId="{784F65B8-689D-4076-AAA0-E82B172D0A1A}" dt="2025-04-04T15:45:25.743" v="528" actId="478"/>
          <ac:spMkLst>
            <pc:docMk/>
            <pc:sldMk cId="1988907854" sldId="296"/>
            <ac:spMk id="3" creationId="{B6782EFF-6A39-4717-1F88-B37B86F41E78}"/>
          </ac:spMkLst>
        </pc:spChg>
        <pc:spChg chg="del">
          <ac:chgData name="Sujitha D" userId="95b1751a1a05856e" providerId="LiveId" clId="{784F65B8-689D-4076-AAA0-E82B172D0A1A}" dt="2025-04-04T15:45:25.743" v="528" actId="478"/>
          <ac:spMkLst>
            <pc:docMk/>
            <pc:sldMk cId="1988907854" sldId="296"/>
            <ac:spMk id="4" creationId="{05ACF319-A193-051B-9E3B-7EC566CED93F}"/>
          </ac:spMkLst>
        </pc:spChg>
        <pc:spChg chg="add mod">
          <ac:chgData name="Sujitha D" userId="95b1751a1a05856e" providerId="LiveId" clId="{784F65B8-689D-4076-AAA0-E82B172D0A1A}" dt="2025-04-04T16:03:09.016" v="691" actId="1076"/>
          <ac:spMkLst>
            <pc:docMk/>
            <pc:sldMk cId="1988907854" sldId="296"/>
            <ac:spMk id="5" creationId="{BE4F05B6-A298-0C42-015D-815E064F7454}"/>
          </ac:spMkLst>
        </pc:spChg>
      </pc:sldChg>
      <pc:sldChg chg="addSp delSp modSp new mod ord">
        <pc:chgData name="Sujitha D" userId="95b1751a1a05856e" providerId="LiveId" clId="{784F65B8-689D-4076-AAA0-E82B172D0A1A}" dt="2025-04-04T16:35:46.160" v="784" actId="255"/>
        <pc:sldMkLst>
          <pc:docMk/>
          <pc:sldMk cId="2869846463" sldId="297"/>
        </pc:sldMkLst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2" creationId="{C442D22B-7598-8B24-BF5B-5BA84252E859}"/>
          </ac:spMkLst>
        </pc:spChg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3" creationId="{0E601BDE-7DB4-ACF9-36F1-078A7C7DF1DE}"/>
          </ac:spMkLst>
        </pc:spChg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4" creationId="{11F8EF59-9E3E-A874-1490-06971CA3A901}"/>
          </ac:spMkLst>
        </pc:spChg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5" creationId="{B399C61D-55FE-4FDE-5E96-7920675CA531}"/>
          </ac:spMkLst>
        </pc:spChg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6" creationId="{7B74A956-EB3E-9BC9-EA66-8A18AFA02EE8}"/>
          </ac:spMkLst>
        </pc:spChg>
        <pc:spChg chg="del">
          <ac:chgData name="Sujitha D" userId="95b1751a1a05856e" providerId="LiveId" clId="{784F65B8-689D-4076-AAA0-E82B172D0A1A}" dt="2025-04-04T15:46:00.320" v="535" actId="478"/>
          <ac:spMkLst>
            <pc:docMk/>
            <pc:sldMk cId="2869846463" sldId="297"/>
            <ac:spMk id="7" creationId="{8F9346BE-ECFB-61D7-72EE-CAFB41ABC4C3}"/>
          </ac:spMkLst>
        </pc:spChg>
        <pc:spChg chg="add mod">
          <ac:chgData name="Sujitha D" userId="95b1751a1a05856e" providerId="LiveId" clId="{784F65B8-689D-4076-AAA0-E82B172D0A1A}" dt="2025-04-04T16:35:46.160" v="784" actId="255"/>
          <ac:spMkLst>
            <pc:docMk/>
            <pc:sldMk cId="2869846463" sldId="297"/>
            <ac:spMk id="9" creationId="{E11E1119-BAB8-DB8C-D8BC-C8DDE097490A}"/>
          </ac:spMkLst>
        </pc:spChg>
      </pc:sldChg>
      <pc:sldChg chg="addSp delSp modSp new mod">
        <pc:chgData name="Sujitha D" userId="95b1751a1a05856e" providerId="LiveId" clId="{784F65B8-689D-4076-AAA0-E82B172D0A1A}" dt="2025-04-04T16:35:56.007" v="785" actId="255"/>
        <pc:sldMkLst>
          <pc:docMk/>
          <pc:sldMk cId="673238510" sldId="298"/>
        </pc:sldMkLst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2" creationId="{84694C33-DF25-0343-AAE8-A39EB2C578B9}"/>
          </ac:spMkLst>
        </pc:spChg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3" creationId="{12879F41-0347-ECB3-F780-EF49E8B25E57}"/>
          </ac:spMkLst>
        </pc:spChg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4" creationId="{30C867F7-9E38-EC09-34C8-5A213E0905E4}"/>
          </ac:spMkLst>
        </pc:spChg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5" creationId="{8ECE4753-9072-559F-F09A-2A563727A95B}"/>
          </ac:spMkLst>
        </pc:spChg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6" creationId="{CEF8C56C-20C3-AF1F-8B8A-7A6F77E0CD73}"/>
          </ac:spMkLst>
        </pc:spChg>
        <pc:spChg chg="del">
          <ac:chgData name="Sujitha D" userId="95b1751a1a05856e" providerId="LiveId" clId="{784F65B8-689D-4076-AAA0-E82B172D0A1A}" dt="2025-04-04T15:46:25.269" v="538" actId="478"/>
          <ac:spMkLst>
            <pc:docMk/>
            <pc:sldMk cId="673238510" sldId="298"/>
            <ac:spMk id="7" creationId="{27D31373-FBE3-83B0-2A93-ADD0343DC181}"/>
          </ac:spMkLst>
        </pc:spChg>
        <pc:spChg chg="add mod">
          <ac:chgData name="Sujitha D" userId="95b1751a1a05856e" providerId="LiveId" clId="{784F65B8-689D-4076-AAA0-E82B172D0A1A}" dt="2025-04-04T16:35:56.007" v="785" actId="255"/>
          <ac:spMkLst>
            <pc:docMk/>
            <pc:sldMk cId="673238510" sldId="298"/>
            <ac:spMk id="9" creationId="{DBAA97F5-6BEA-969F-4E1C-B6D4C6A1768D}"/>
          </ac:spMkLst>
        </pc:spChg>
      </pc:sldChg>
      <pc:sldChg chg="addSp delSp modSp new mod">
        <pc:chgData name="Sujitha D" userId="95b1751a1a05856e" providerId="LiveId" clId="{784F65B8-689D-4076-AAA0-E82B172D0A1A}" dt="2025-04-04T16:36:14.677" v="787" actId="255"/>
        <pc:sldMkLst>
          <pc:docMk/>
          <pc:sldMk cId="4181002597" sldId="299"/>
        </pc:sldMkLst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2" creationId="{E1D4FEB4-7C19-9984-EC5C-CC7CFF09F011}"/>
          </ac:spMkLst>
        </pc:spChg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3" creationId="{B003C37B-BC68-8532-7A61-AC7B34344844}"/>
          </ac:spMkLst>
        </pc:spChg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4" creationId="{456F5F37-3E75-D288-BBCC-BFEEF1CDB460}"/>
          </ac:spMkLst>
        </pc:spChg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5" creationId="{C1F11937-3D02-3A84-093F-2A8B36E23122}"/>
          </ac:spMkLst>
        </pc:spChg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6" creationId="{7B0AB660-45BB-4078-D516-A0A3419C6A2A}"/>
          </ac:spMkLst>
        </pc:spChg>
        <pc:spChg chg="del">
          <ac:chgData name="Sujitha D" userId="95b1751a1a05856e" providerId="LiveId" clId="{784F65B8-689D-4076-AAA0-E82B172D0A1A}" dt="2025-04-04T15:47:42.033" v="543" actId="478"/>
          <ac:spMkLst>
            <pc:docMk/>
            <pc:sldMk cId="4181002597" sldId="299"/>
            <ac:spMk id="7" creationId="{E713EE89-6B73-1862-CCE8-B351C6E9C1F5}"/>
          </ac:spMkLst>
        </pc:spChg>
        <pc:spChg chg="add mod">
          <ac:chgData name="Sujitha D" userId="95b1751a1a05856e" providerId="LiveId" clId="{784F65B8-689D-4076-AAA0-E82B172D0A1A}" dt="2025-04-04T16:36:08.075" v="786" actId="255"/>
          <ac:spMkLst>
            <pc:docMk/>
            <pc:sldMk cId="4181002597" sldId="299"/>
            <ac:spMk id="9" creationId="{75279F8B-92F6-F914-D77B-F23D57AD2464}"/>
          </ac:spMkLst>
        </pc:spChg>
        <pc:spChg chg="add mod">
          <ac:chgData name="Sujitha D" userId="95b1751a1a05856e" providerId="LiveId" clId="{784F65B8-689D-4076-AAA0-E82B172D0A1A}" dt="2025-04-04T16:36:14.677" v="787" actId="255"/>
          <ac:spMkLst>
            <pc:docMk/>
            <pc:sldMk cId="4181002597" sldId="299"/>
            <ac:spMk id="10" creationId="{9A1B0807-1B3D-8576-A946-88155A458DE5}"/>
          </ac:spMkLst>
        </pc:spChg>
      </pc:sldChg>
      <pc:sldChg chg="addSp delSp modSp new mod ord">
        <pc:chgData name="Sujitha D" userId="95b1751a1a05856e" providerId="LiveId" clId="{784F65B8-689D-4076-AAA0-E82B172D0A1A}" dt="2025-04-04T16:33:13.810" v="782" actId="1076"/>
        <pc:sldMkLst>
          <pc:docMk/>
          <pc:sldMk cId="3728508110" sldId="300"/>
        </pc:sldMkLst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2" creationId="{2714987F-095D-44BE-381D-BAA41277AFFC}"/>
          </ac:spMkLst>
        </pc:spChg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3" creationId="{B51F3CDF-B572-C0CF-40FB-650BC815CF15}"/>
          </ac:spMkLst>
        </pc:spChg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4" creationId="{AE01604E-50B4-EA98-BDCA-7EC7B86EA36A}"/>
          </ac:spMkLst>
        </pc:spChg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5" creationId="{5AFABEBD-E3AF-74C4-0E3C-8050277776AF}"/>
          </ac:spMkLst>
        </pc:spChg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6" creationId="{7FCE0463-2EDD-805D-A0C7-0FD527C97F92}"/>
          </ac:spMkLst>
        </pc:spChg>
        <pc:spChg chg="del">
          <ac:chgData name="Sujitha D" userId="95b1751a1a05856e" providerId="LiveId" clId="{784F65B8-689D-4076-AAA0-E82B172D0A1A}" dt="2025-04-04T16:05:13.194" v="701" actId="478"/>
          <ac:spMkLst>
            <pc:docMk/>
            <pc:sldMk cId="3728508110" sldId="300"/>
            <ac:spMk id="7" creationId="{C5309287-37DA-B696-0275-1CF8205DE505}"/>
          </ac:spMkLst>
        </pc:spChg>
        <pc:spChg chg="add mod">
          <ac:chgData name="Sujitha D" userId="95b1751a1a05856e" providerId="LiveId" clId="{784F65B8-689D-4076-AAA0-E82B172D0A1A}" dt="2025-04-04T16:31:51.399" v="780" actId="1076"/>
          <ac:spMkLst>
            <pc:docMk/>
            <pc:sldMk cId="3728508110" sldId="300"/>
            <ac:spMk id="8" creationId="{CD6346CE-D370-575E-5D46-B7AFC24553A7}"/>
          </ac:spMkLst>
        </pc:spChg>
        <pc:picChg chg="add del mod">
          <ac:chgData name="Sujitha D" userId="95b1751a1a05856e" providerId="LiveId" clId="{784F65B8-689D-4076-AAA0-E82B172D0A1A}" dt="2025-04-04T16:31:30.252" v="776" actId="478"/>
          <ac:picMkLst>
            <pc:docMk/>
            <pc:sldMk cId="3728508110" sldId="300"/>
            <ac:picMk id="3" creationId="{FDD1E78C-E8FC-5941-E52C-0DECD0112634}"/>
          </ac:picMkLst>
        </pc:picChg>
        <pc:picChg chg="add mod">
          <ac:chgData name="Sujitha D" userId="95b1751a1a05856e" providerId="LiveId" clId="{784F65B8-689D-4076-AAA0-E82B172D0A1A}" dt="2025-04-04T16:31:46.282" v="779" actId="1076"/>
          <ac:picMkLst>
            <pc:docMk/>
            <pc:sldMk cId="3728508110" sldId="300"/>
            <ac:picMk id="5" creationId="{B684182A-78C9-13A5-73D1-E13DA8663FB6}"/>
          </ac:picMkLst>
        </pc:picChg>
        <pc:picChg chg="add mod">
          <ac:chgData name="Sujitha D" userId="95b1751a1a05856e" providerId="LiveId" clId="{784F65B8-689D-4076-AAA0-E82B172D0A1A}" dt="2025-04-04T16:33:13.810" v="782" actId="1076"/>
          <ac:picMkLst>
            <pc:docMk/>
            <pc:sldMk cId="3728508110" sldId="300"/>
            <ac:picMk id="7" creationId="{B484AB79-DB6B-9F45-D534-D37E944AE586}"/>
          </ac:picMkLst>
        </pc:picChg>
        <pc:picChg chg="add del mod">
          <ac:chgData name="Sujitha D" userId="95b1751a1a05856e" providerId="LiveId" clId="{784F65B8-689D-4076-AAA0-E82B172D0A1A}" dt="2025-04-04T16:27:37.999" v="768" actId="478"/>
          <ac:picMkLst>
            <pc:docMk/>
            <pc:sldMk cId="3728508110" sldId="300"/>
            <ac:picMk id="10" creationId="{2E15FD2A-3FF9-B31F-84FE-36004C6EDF39}"/>
          </ac:picMkLst>
        </pc:picChg>
        <pc:picChg chg="add del mod">
          <ac:chgData name="Sujitha D" userId="95b1751a1a05856e" providerId="LiveId" clId="{784F65B8-689D-4076-AAA0-E82B172D0A1A}" dt="2025-04-04T16:27:53.895" v="770" actId="478"/>
          <ac:picMkLst>
            <pc:docMk/>
            <pc:sldMk cId="3728508110" sldId="300"/>
            <ac:picMk id="12" creationId="{8B5AA69E-3439-2970-7F3B-BB440A15231B}"/>
          </ac:picMkLst>
        </pc:picChg>
      </pc:sldChg>
      <pc:sldChg chg="addSp delSp modSp new mod ord">
        <pc:chgData name="Sujitha D" userId="95b1751a1a05856e" providerId="LiveId" clId="{784F65B8-689D-4076-AAA0-E82B172D0A1A}" dt="2025-04-04T16:15:59.624" v="740" actId="20578"/>
        <pc:sldMkLst>
          <pc:docMk/>
          <pc:sldMk cId="393273483" sldId="301"/>
        </pc:sldMkLst>
        <pc:spChg chg="del">
          <ac:chgData name="Sujitha D" userId="95b1751a1a05856e" providerId="LiveId" clId="{784F65B8-689D-4076-AAA0-E82B172D0A1A}" dt="2025-04-04T16:11:00.604" v="721" actId="478"/>
          <ac:spMkLst>
            <pc:docMk/>
            <pc:sldMk cId="393273483" sldId="301"/>
            <ac:spMk id="2" creationId="{D9E67382-2481-9708-3D89-32811F37F2B0}"/>
          </ac:spMkLst>
        </pc:spChg>
        <pc:spChg chg="del">
          <ac:chgData name="Sujitha D" userId="95b1751a1a05856e" providerId="LiveId" clId="{784F65B8-689D-4076-AAA0-E82B172D0A1A}" dt="2025-04-04T16:11:00.604" v="721" actId="478"/>
          <ac:spMkLst>
            <pc:docMk/>
            <pc:sldMk cId="393273483" sldId="301"/>
            <ac:spMk id="3" creationId="{5B6C0321-CF44-7D78-BD15-82A0A95C1A08}"/>
          </ac:spMkLst>
        </pc:spChg>
        <pc:spChg chg="del">
          <ac:chgData name="Sujitha D" userId="95b1751a1a05856e" providerId="LiveId" clId="{784F65B8-689D-4076-AAA0-E82B172D0A1A}" dt="2025-04-04T16:11:00.604" v="721" actId="478"/>
          <ac:spMkLst>
            <pc:docMk/>
            <pc:sldMk cId="393273483" sldId="301"/>
            <ac:spMk id="4" creationId="{7FACDD07-A508-47BC-CD73-A6123AB6CA12}"/>
          </ac:spMkLst>
        </pc:spChg>
        <pc:picChg chg="add mod">
          <ac:chgData name="Sujitha D" userId="95b1751a1a05856e" providerId="LiveId" clId="{784F65B8-689D-4076-AAA0-E82B172D0A1A}" dt="2025-04-04T16:13:11.278" v="728" actId="14100"/>
          <ac:picMkLst>
            <pc:docMk/>
            <pc:sldMk cId="393273483" sldId="301"/>
            <ac:picMk id="6" creationId="{7C8FEA1B-70A2-516F-4CCF-3FD4A8AB5A2D}"/>
          </ac:picMkLst>
        </pc:picChg>
      </pc:sldChg>
      <pc:sldChg chg="addSp delSp modSp new del mod">
        <pc:chgData name="Sujitha D" userId="95b1751a1a05856e" providerId="LiveId" clId="{784F65B8-689D-4076-AAA0-E82B172D0A1A}" dt="2025-04-04T16:33:17.340" v="783" actId="47"/>
        <pc:sldMkLst>
          <pc:docMk/>
          <pc:sldMk cId="2558639354" sldId="302"/>
        </pc:sldMkLst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2" creationId="{3FF5CF76-2DA5-34B3-7389-E6871A172434}"/>
          </ac:spMkLst>
        </pc:spChg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3" creationId="{8FFE9621-59E9-960A-F479-5F20808E3CBD}"/>
          </ac:spMkLst>
        </pc:spChg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4" creationId="{9FF5D2B0-8FC6-14FD-8F73-93A82C74FB04}"/>
          </ac:spMkLst>
        </pc:spChg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5" creationId="{313B574B-6105-C08E-B24E-A43131C65183}"/>
          </ac:spMkLst>
        </pc:spChg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6" creationId="{8C0F1BFA-358A-5BCE-A281-FB083B035D81}"/>
          </ac:spMkLst>
        </pc:spChg>
        <pc:spChg chg="del">
          <ac:chgData name="Sujitha D" userId="95b1751a1a05856e" providerId="LiveId" clId="{784F65B8-689D-4076-AAA0-E82B172D0A1A}" dt="2025-04-04T16:28:13.324" v="773" actId="478"/>
          <ac:spMkLst>
            <pc:docMk/>
            <pc:sldMk cId="2558639354" sldId="302"/>
            <ac:spMk id="7" creationId="{2E0E1573-028C-9DE1-CFB7-94B1E44CE29D}"/>
          </ac:spMkLst>
        </pc:spChg>
        <pc:picChg chg="add mod">
          <ac:chgData name="Sujitha D" userId="95b1751a1a05856e" providerId="LiveId" clId="{784F65B8-689D-4076-AAA0-E82B172D0A1A}" dt="2025-04-04T16:28:59.818" v="775" actId="1076"/>
          <ac:picMkLst>
            <pc:docMk/>
            <pc:sldMk cId="2558639354" sldId="302"/>
            <ac:picMk id="9" creationId="{A18C4E2E-4214-38F4-9880-9B1A344AC2D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C65F-E21B-7C44-31A0-056A4498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DFF08-2A4B-36FD-5663-DC2D6547B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A1929-8CA5-CAA2-25B0-3DC1A5748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78C0A-6A11-DABD-E022-A8404E701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739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5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pinfo.io/" TargetMode="External"/><Relationship Id="rId2" Type="http://schemas.openxmlformats.org/officeDocument/2006/relationships/hyperlink" Target="https://docs.oracle.com/javase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oracle.com/javase/tutorial/networking/sockets/" TargetMode="External"/><Relationship Id="rId4" Type="http://schemas.openxmlformats.org/officeDocument/2006/relationships/hyperlink" Target="https://docs.oracle.com/javase/tutorial/uisw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4150" y="487018"/>
            <a:ext cx="5162550" cy="3377354"/>
          </a:xfrm>
        </p:spPr>
        <p:txBody>
          <a:bodyPr/>
          <a:lstStyle/>
          <a:p>
            <a:r>
              <a:rPr lang="en-US" sz="6000" b="1" dirty="0"/>
              <a:t>SMART</a:t>
            </a:r>
            <a:br>
              <a:rPr lang="en-US" sz="6000" b="1" dirty="0"/>
            </a:br>
            <a:r>
              <a:rPr lang="en-US" sz="6000" b="1" dirty="0"/>
              <a:t>BANDWIDTH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D4623-BDE4-46AF-FAFD-91FAFC339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975" y="4219575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68" y="0"/>
            <a:ext cx="7288282" cy="782321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8138" y="1031065"/>
            <a:ext cx="9741782" cy="458741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Inter"/>
              </a:rPr>
              <a:t>The </a:t>
            </a:r>
            <a:r>
              <a:rPr lang="en-US" sz="2400" b="1" i="0" dirty="0">
                <a:effectLst/>
                <a:latin typeface="Inter"/>
              </a:rPr>
              <a:t>Smart Bandwidth Monitor</a:t>
            </a:r>
            <a:r>
              <a:rPr lang="en-US" sz="2400" b="0" i="0" dirty="0">
                <a:effectLst/>
                <a:latin typeface="Inter"/>
              </a:rPr>
              <a:t> is a Java-based application designed to monitor and analyze network bandwidth usage in real-time.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Inter"/>
              </a:rPr>
              <a:t> It provides detailed insights into download/upload speeds, total data usage, latency, and packet loss. This tool is essential for users who want to optimize their network performance and avoid overages.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b="0" dirty="0"/>
              <a:t>The system displays the data in a user-friendly interface and provides real-time statistics through visual graphs.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7CB43-622C-A38F-66DA-924689CC758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034222" y="1492011"/>
            <a:ext cx="8715375" cy="323426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With the growing reliance on internet connectivity, users often face issues like fluctuating speeds, high latency, and packet loss. Existing network monitoring tools are often complex or lack real-time visualization. There is a need for a simple, user-friendly system to monitor, display, and analyze key network metrics (such as download/upload speeds, latency, and packet loss) to help users troubleshoot and optimize their internet connections effectively. The "Smart Bandwidth Monitor" addresses this gap.</a:t>
            </a:r>
            <a:endParaRPr lang="en-IN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211DFC-6669-DE76-AC76-63509590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222" y="355600"/>
            <a:ext cx="8420100" cy="805501"/>
          </a:xfrm>
        </p:spPr>
        <p:txBody>
          <a:bodyPr>
            <a:normAutofit/>
          </a:bodyPr>
          <a:lstStyle/>
          <a:p>
            <a:r>
              <a:rPr lang="en-IN" sz="36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8600"/>
            <a:ext cx="3862138" cy="1917700"/>
          </a:xfrm>
        </p:spPr>
        <p:txBody>
          <a:bodyPr>
            <a:normAutofit/>
          </a:bodyPr>
          <a:lstStyle/>
          <a:p>
            <a:r>
              <a:rPr lang="en-IN" sz="2800" b="1" dirty="0" err="1"/>
              <a:t>ObjectiveS</a:t>
            </a:r>
            <a:endParaRPr lang="en-US" sz="28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199" y="1809750"/>
            <a:ext cx="9382125" cy="3238499"/>
          </a:xfrm>
        </p:spPr>
        <p:txBody>
          <a:bodyPr>
            <a:noAutofit/>
          </a:bodyPr>
          <a:lstStyle/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800" b="0" i="0" dirty="0">
                <a:effectLst/>
                <a:latin typeface="Inter"/>
              </a:rPr>
              <a:t>Real-time monitoring of download/upload speeds.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800" b="0" i="0" dirty="0">
                <a:effectLst/>
                <a:latin typeface="Inter"/>
              </a:rPr>
              <a:t>Display of total data usage (downloaded/uploaded).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800" b="0" i="0" dirty="0">
                <a:effectLst/>
                <a:latin typeface="Inter"/>
              </a:rPr>
              <a:t>Latency and packet loss tracking.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800" b="0" i="0" dirty="0">
                <a:effectLst/>
                <a:latin typeface="Inter"/>
              </a:rPr>
              <a:t>Public IP and ISP information.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800" b="0" i="0" dirty="0">
                <a:effectLst/>
                <a:latin typeface="Inter"/>
              </a:rPr>
              <a:t>Graphical representation of network traffic."</a:t>
            </a: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5FA1F0-0DFB-D2CD-11C5-9A356BFC7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745" y="4406398"/>
            <a:ext cx="1436137" cy="143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0" y="-170808"/>
            <a:ext cx="5655197" cy="1997867"/>
          </a:xfrm>
        </p:spPr>
        <p:txBody>
          <a:bodyPr anchor="b"/>
          <a:lstStyle/>
          <a:p>
            <a:r>
              <a:rPr lang="en-US" b="1" dirty="0"/>
              <a:t>TECHNOLOGIES USED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54075E-24CE-410A-0425-00642EB12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7080" y="2368052"/>
            <a:ext cx="8488680" cy="3032733"/>
          </a:xfrm>
        </p:spPr>
        <p:txBody>
          <a:bodyPr>
            <a:no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800" b="1" i="0" dirty="0" err="1">
                <a:effectLst/>
                <a:latin typeface="DeepSeek-CJK-patch"/>
              </a:rPr>
              <a:t>Core</a:t>
            </a:r>
            <a:r>
              <a:rPr lang="fr-FR" sz="2800" b="0" i="0" dirty="0">
                <a:effectLst/>
                <a:latin typeface="DeepSeek-CJK-patch"/>
              </a:rPr>
              <a:t>: Java SE, Java Swing (GUI).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800" b="1" i="0" dirty="0">
                <a:effectLst/>
                <a:latin typeface="DeepSeek-CJK-patch"/>
              </a:rPr>
              <a:t>Networking</a:t>
            </a:r>
            <a:r>
              <a:rPr lang="fr-FR" sz="2800" b="0" i="0" dirty="0">
                <a:effectLst/>
                <a:latin typeface="DeepSeek-CJK-patch"/>
              </a:rPr>
              <a:t> : TCP Sockets, java.net, ipinfo.io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latin typeface="DeepSeek-CJK-patch"/>
              </a:rPr>
              <a:t>API</a:t>
            </a:r>
            <a:r>
              <a:rPr lang="fr-FR" sz="2800" dirty="0">
                <a:latin typeface="DeepSeek-CJK-patch"/>
              </a:rPr>
              <a:t> : Java networking </a:t>
            </a:r>
            <a:r>
              <a:rPr lang="fr-FR" sz="2800" dirty="0" err="1">
                <a:latin typeface="DeepSeek-CJK-patch"/>
              </a:rPr>
              <a:t>API’s</a:t>
            </a:r>
            <a:endParaRPr lang="fr-FR" sz="2800" dirty="0"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800" b="1" i="0" dirty="0">
                <a:effectLst/>
                <a:latin typeface="DeepSeek-CJK-patch"/>
              </a:rPr>
              <a:t>OS</a:t>
            </a:r>
            <a:r>
              <a:rPr lang="fr-FR" sz="2800" b="0" i="0" dirty="0">
                <a:effectLst/>
                <a:latin typeface="DeepSeek-CJK-patch"/>
              </a:rPr>
              <a:t> –  </a:t>
            </a:r>
            <a:r>
              <a:rPr lang="fr-FR" sz="2800" b="0" i="0" dirty="0" err="1">
                <a:effectLst/>
                <a:latin typeface="DeepSeek-CJK-patch"/>
              </a:rPr>
              <a:t>Level</a:t>
            </a:r>
            <a:r>
              <a:rPr lang="fr-FR" sz="2800" b="0" i="0" dirty="0">
                <a:effectLst/>
                <a:latin typeface="DeepSeek-CJK-patch"/>
              </a:rPr>
              <a:t> Stats</a:t>
            </a:r>
          </a:p>
          <a:p>
            <a:pPr lvl="1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fr-FR" sz="2800" b="0" i="0" dirty="0">
                <a:effectLst/>
                <a:latin typeface="DeepSeek-CJK-patch"/>
              </a:rPr>
              <a:t>Linux: /proc/net/dev</a:t>
            </a:r>
            <a:r>
              <a:rPr lang="fr-FR" sz="2800" dirty="0">
                <a:latin typeface="DeepSeek-CJK-patch"/>
              </a:rPr>
              <a:t> .</a:t>
            </a:r>
          </a:p>
          <a:p>
            <a:pPr lvl="1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fr-FR" sz="2800" b="0" i="0" dirty="0">
                <a:effectLst/>
                <a:latin typeface="DeepSeek-CJK-patch"/>
              </a:rPr>
              <a:t>Windows</a:t>
            </a:r>
            <a:r>
              <a:rPr lang="fr-FR" sz="2800" dirty="0">
                <a:latin typeface="DeepSeek-CJK-patch"/>
              </a:rPr>
              <a:t> : </a:t>
            </a:r>
            <a:r>
              <a:rPr lang="fr-FR" sz="2800" dirty="0" err="1">
                <a:latin typeface="DeepSeek-CJK-patch"/>
              </a:rPr>
              <a:t>netstat</a:t>
            </a:r>
            <a:r>
              <a:rPr lang="fr-FR" sz="2800" dirty="0">
                <a:latin typeface="DeepSeek-CJK-patch"/>
              </a:rPr>
              <a:t> –e, </a:t>
            </a:r>
            <a:r>
              <a:rPr lang="fr-FR" sz="2800" dirty="0" err="1">
                <a:latin typeface="DeepSeek-CJK-patch"/>
              </a:rPr>
              <a:t>Powershell</a:t>
            </a:r>
            <a:endParaRPr lang="fr-FR" sz="2800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fr-FR" sz="2800" b="0" i="0" dirty="0">
              <a:effectLst/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5889" y="423512"/>
            <a:ext cx="10515600" cy="601084"/>
          </a:xfrm>
        </p:spPr>
        <p:txBody>
          <a:bodyPr anchor="b"/>
          <a:lstStyle/>
          <a:p>
            <a:r>
              <a:rPr lang="en-US" b="1" dirty="0"/>
              <a:t>SYSTEM ARCHITECTURE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00F89C54-0F9C-95FE-BFE0-27CC51E17795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106933831"/>
              </p:ext>
            </p:extLst>
          </p:nvPr>
        </p:nvGraphicFramePr>
        <p:xfrm>
          <a:off x="780449" y="1100719"/>
          <a:ext cx="4619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324">
                  <a:extLst>
                    <a:ext uri="{9D8B030D-6E8A-4147-A177-3AD203B41FA5}">
                      <a16:colId xmlns:a16="http://schemas.microsoft.com/office/drawing/2014/main" val="4161138907"/>
                    </a:ext>
                  </a:extLst>
                </a:gridCol>
              </a:tblGrid>
              <a:tr h="2046742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user interface (UI) of the application.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 Swing UI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real-time network statistics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Graphical representation of data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84437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EF65CE-A201-3F37-FAF4-2E0925EE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40823"/>
              </p:ext>
            </p:extLst>
          </p:nvPr>
        </p:nvGraphicFramePr>
        <p:xfrm>
          <a:off x="6430747" y="1100719"/>
          <a:ext cx="4619324" cy="24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324">
                  <a:extLst>
                    <a:ext uri="{9D8B030D-6E8A-4147-A177-3AD203B41FA5}">
                      <a16:colId xmlns:a16="http://schemas.microsoft.com/office/drawing/2014/main" val="4144555179"/>
                    </a:ext>
                  </a:extLst>
                </a:gridCol>
              </a:tblGrid>
              <a:tr h="2489504">
                <a:tc>
                  <a:txBody>
                    <a:bodyPr/>
                    <a:lstStyle/>
                    <a:p>
                      <a:endParaRPr lang="en-US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Server: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communication between the client and the network monitor.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Java-based server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Manages client requests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Sends network data to the client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07599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9BFDEA-51AD-E4DE-A487-8294E9260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81267"/>
              </p:ext>
            </p:extLst>
          </p:nvPr>
        </p:nvGraphicFramePr>
        <p:xfrm>
          <a:off x="780449" y="4001856"/>
          <a:ext cx="4619324" cy="243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324">
                  <a:extLst>
                    <a:ext uri="{9D8B030D-6E8A-4147-A177-3AD203B41FA5}">
                      <a16:colId xmlns:a16="http://schemas.microsoft.com/office/drawing/2014/main" val="372330447"/>
                    </a:ext>
                  </a:extLst>
                </a:gridCol>
              </a:tblGrid>
              <a:tr h="2432632">
                <a:tc>
                  <a:txBody>
                    <a:bodyPr/>
                    <a:lstStyle/>
                    <a:p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Monitor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Collects real-time network statistics.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Fetches download/upload speeds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Calculates latency and packet loss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platform-specific commands (e.g., 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netsh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nmcli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54313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2F973DE-70B1-BDF2-4334-6F398833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722707"/>
              </p:ext>
            </p:extLst>
          </p:nvPr>
        </p:nvGraphicFramePr>
        <p:xfrm>
          <a:off x="6430747" y="3969123"/>
          <a:ext cx="4619324" cy="243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324">
                  <a:extLst>
                    <a:ext uri="{9D8B030D-6E8A-4147-A177-3AD203B41FA5}">
                      <a16:colId xmlns:a16="http://schemas.microsoft.com/office/drawing/2014/main" val="372330447"/>
                    </a:ext>
                  </a:extLst>
                </a:gridCol>
              </a:tblGrid>
              <a:tr h="2432632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 APIs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Fetches additional information like Public IP and ISP.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Fetches Public IP and ISP information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 ipinfo.io API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543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CBD6F-833D-2FAF-2868-A751DDED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ED3707-9836-1ADF-063F-01DDCDC1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FE4655-E339-0CD9-DBA9-6C387871549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415941" y="605836"/>
            <a:ext cx="4978266" cy="733263"/>
          </a:xfrm>
        </p:spPr>
        <p:txBody>
          <a:bodyPr>
            <a:normAutofit/>
          </a:bodyPr>
          <a:lstStyle/>
          <a:p>
            <a:r>
              <a:rPr lang="en-US" sz="3600" b="1" dirty="0"/>
              <a:t>WORK FLOW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EE0C1-6129-946F-196D-0029019DF243}"/>
              </a:ext>
            </a:extLst>
          </p:cNvPr>
          <p:cNvSpPr txBox="1"/>
          <p:nvPr/>
        </p:nvSpPr>
        <p:spPr>
          <a:xfrm>
            <a:off x="2415941" y="1627066"/>
            <a:ext cx="8944961" cy="389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effectLst/>
                <a:latin typeface="Inter"/>
              </a:rPr>
              <a:t>Client → Server</a:t>
            </a:r>
            <a:r>
              <a:rPr lang="en-US" sz="2000" b="0" i="0" dirty="0">
                <a:effectLst/>
                <a:latin typeface="Inter"/>
              </a:rPr>
              <a:t>: The client sends requests to the server for network data.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2000" b="1" i="0" dirty="0">
                <a:effectLst/>
                <a:latin typeface="Inter"/>
              </a:rPr>
              <a:t>Server → Network Monitor</a:t>
            </a:r>
            <a:r>
              <a:rPr lang="en-US" sz="2000" b="0" i="0" dirty="0">
                <a:effectLst/>
                <a:latin typeface="Inter"/>
              </a:rPr>
              <a:t>: The server requests real-time network statistics from the network monitor.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2000" b="1" i="0" dirty="0">
                <a:effectLst/>
                <a:latin typeface="Inter"/>
              </a:rPr>
              <a:t>Network Monitor → Server</a:t>
            </a:r>
            <a:r>
              <a:rPr lang="en-US" sz="2000" b="0" i="0" dirty="0">
                <a:effectLst/>
                <a:latin typeface="Inter"/>
              </a:rPr>
              <a:t>: The network monitor sends the collected data to the server.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2000" b="1" i="0" dirty="0">
                <a:effectLst/>
                <a:latin typeface="Inter"/>
              </a:rPr>
              <a:t>Server → Client</a:t>
            </a:r>
            <a:r>
              <a:rPr lang="en-US" sz="2000" b="0" i="0" dirty="0">
                <a:effectLst/>
                <a:latin typeface="Inter"/>
              </a:rPr>
              <a:t>: The server sends the processed data to the client for display.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2000" b="1" i="0" dirty="0">
                <a:effectLst/>
                <a:latin typeface="Inter"/>
              </a:rPr>
              <a:t>Network Monitor → External APIs</a:t>
            </a:r>
            <a:r>
              <a:rPr lang="en-US" sz="2000" b="0" i="0" dirty="0">
                <a:effectLst/>
                <a:latin typeface="Inter"/>
              </a:rPr>
              <a:t>: The network monitor fetches Public IP and ISP information from external APIs.</a:t>
            </a:r>
          </a:p>
        </p:txBody>
      </p:sp>
    </p:spTree>
    <p:extLst>
      <p:ext uri="{BB962C8B-B14F-4D97-AF65-F5344CB8AC3E}">
        <p14:creationId xmlns:p14="http://schemas.microsoft.com/office/powerpoint/2010/main" val="55058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C639B43-5EC2-E956-C979-A37BE0B2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" y="549012"/>
            <a:ext cx="11135360" cy="575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NetworkMonitor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track download/upload speeds, latency, and packet loss.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client sends data to the server every 2 seconds using scheduled tasks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ScheduledExecutorService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Representation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Swing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create a user interface that displays the bandwidth statistics and graphical representation.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draws real-time download and upload graphs.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Formatting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formatted to display download/upload in KB/s, and total data is shown in KB/MB/GB.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02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E4F05B6-A298-0C42-015D-815E064F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885910"/>
            <a:ext cx="11200502" cy="4374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 Graph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BandwidthGraph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visualizes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speeds in a line graph.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graph is updated every second and is scaled dynamically based on the maximum observed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Color-coded lines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Download Speed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Upload Speed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graph updates in real-time, displaying the latest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90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E4A8EF-B7A2-600D-AED3-131940EC4FE4}"/>
              </a:ext>
            </a:extLst>
          </p:cNvPr>
          <p:cNvSpPr txBox="1"/>
          <p:nvPr/>
        </p:nvSpPr>
        <p:spPr>
          <a:xfrm>
            <a:off x="812800" y="3760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Client-Side Code (</a:t>
            </a:r>
            <a:r>
              <a:rPr lang="en-IN" sz="2400" b="1" dirty="0" err="1"/>
              <a:t>BandwidthMonitorClient</a:t>
            </a:r>
            <a:r>
              <a:rPr lang="en-IN" sz="2400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D97BE-CC4B-8FE8-D188-2E05A2F08E87}"/>
              </a:ext>
            </a:extLst>
          </p:cNvPr>
          <p:cNvSpPr txBox="1"/>
          <p:nvPr/>
        </p:nvSpPr>
        <p:spPr>
          <a:xfrm>
            <a:off x="812800" y="1231037"/>
            <a:ext cx="10830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the part where </a:t>
            </a:r>
            <a:r>
              <a:rPr lang="en-US" b="1" dirty="0"/>
              <a:t>Java Swing UI</a:t>
            </a:r>
            <a:r>
              <a:rPr lang="en-US" dirty="0"/>
              <a:t> communicates with the server and monitors network performance.</a:t>
            </a:r>
          </a:p>
          <a:p>
            <a:pPr>
              <a:buNone/>
            </a:pPr>
            <a:r>
              <a:rPr lang="en-US" b="1" dirty="0" err="1"/>
              <a:t>connectToServer</a:t>
            </a:r>
            <a:r>
              <a:rPr lang="en-US" b="1" dirty="0"/>
              <a:t>()</a:t>
            </a:r>
          </a:p>
          <a:p>
            <a:pPr>
              <a:buNone/>
            </a:pPr>
            <a:r>
              <a:rPr lang="en-US" dirty="0"/>
              <a:t>This method connects the client to a remote server via a </a:t>
            </a:r>
            <a:r>
              <a:rPr lang="en-US" b="1" dirty="0"/>
              <a:t>TCP Socket</a:t>
            </a:r>
            <a:r>
              <a:rPr lang="en-US" dirty="0"/>
              <a:t>.	</a:t>
            </a:r>
          </a:p>
          <a:p>
            <a:r>
              <a:rPr lang="en-US" dirty="0"/>
              <a:t>	Create a </a:t>
            </a:r>
            <a:r>
              <a:rPr lang="en-US" b="1" dirty="0"/>
              <a:t>Socket</a:t>
            </a:r>
            <a:r>
              <a:rPr lang="en-US" dirty="0"/>
              <a:t> to connect to the server.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5469EE-139E-C27A-4D7F-59E8212E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352" y="2790736"/>
            <a:ext cx="5801535" cy="63826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F4C5168C-D856-EBEC-C0CB-14F88710E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59" y="3856944"/>
            <a:ext cx="101410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Socket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is used to establish a connection with the server at the specified IP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SERVER_ADDRESS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port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SERVER_PORT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B25399-02DF-0075-2B9E-9B9BCD35B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042" y="4693563"/>
            <a:ext cx="6735115" cy="943107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950DD2EF-5F63-F62B-8F5C-A2CC0508D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751506"/>
            <a:ext cx="110337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allows sending Java objects over the network,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ObjectInputStream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reads objects sent by the server.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12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58B1D8-2852-A818-C520-60A07D3F2554}"/>
              </a:ext>
            </a:extLst>
          </p:cNvPr>
          <p:cNvSpPr txBox="1"/>
          <p:nvPr/>
        </p:nvSpPr>
        <p:spPr>
          <a:xfrm>
            <a:off x="800100" y="553135"/>
            <a:ext cx="9654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Scheduled Task</a:t>
            </a:r>
            <a:r>
              <a:rPr lang="en-US" dirty="0"/>
              <a:t> to send data at regular intervals (every 2 seconds):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859CA-B854-BE47-C38D-68F4AB6D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98" y="1347709"/>
            <a:ext cx="6477904" cy="1114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A3EAA4-C1B5-D51F-8C63-D935566F4E74}"/>
              </a:ext>
            </a:extLst>
          </p:cNvPr>
          <p:cNvSpPr txBox="1"/>
          <p:nvPr/>
        </p:nvSpPr>
        <p:spPr>
          <a:xfrm>
            <a:off x="942975" y="2610533"/>
            <a:ext cx="769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code sends data to the server periodically, every </a:t>
            </a:r>
            <a:r>
              <a:rPr lang="en-US" b="1" dirty="0"/>
              <a:t>2 seconds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C353223-C028-7792-2395-6FCCDA7AC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3033650"/>
            <a:ext cx="8804590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Gather network data (download/upload speed, latency, packet loss) and send it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is collected from UI elements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totalDownloadedLabel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totalUploadedLabel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data is sent to the server as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java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DD8AE2-4E16-FF21-CC74-40D5F1C31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5091048"/>
            <a:ext cx="824980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3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97118AE-6006-33A2-6559-D8F0A913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" y="399029"/>
            <a:ext cx="10715625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onNetworkDataUpdated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method is called whenever new network data (e.g., speed, latency, packet loss) is received from the server.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data is used to update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new stats.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download/upload speeds are formatted and displayed as labels in the UI.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 and packet loss are updated on the UI as well.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displayed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human-readable units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(KB, MB, GB).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Update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download and upload speeds are added to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downloadSpeedHistory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uploadSpeedHistory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lists.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lists store the most recent data points to plot the graph.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graph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bandwidthGraph.updateData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updated with the new values, and old values are removed if the list size exceeds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HISTORY_SIZE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98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7D8138FA-A91A-9FFB-BB27-604C88A3C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130" y="1003030"/>
            <a:ext cx="9671739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sendNetworkDataToServer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NetworkData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data)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Sends the collected network data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serializes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and sends it to the server via 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ObjectOutputStream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ensures that the server receives the latest performance metrics of the client’s internet connection.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9D61D2-7C39-EB7F-60EE-5A51961F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198" y="4364532"/>
            <a:ext cx="686848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3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EDBAB38-7A48-8F38-D1EE-CC67991C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30" y="1085345"/>
            <a:ext cx="12776446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formatDataSize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(long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sizeInKB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Converts the size of data into a human-readable format.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formats the raw data (in KB) into a more understandable format (e.g., KB, MB, GB)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total data uploaded and downloaded.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A451C01-86FE-85F3-0B23-414E1CB96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30" y="3587674"/>
            <a:ext cx="10524228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updateNetworkInfo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Retrieves network information like the public IP, ISP, and Wi-Fi SSID.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calls APIs to fetch the client’s public IP address, ISP info,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current Wi-Fi connection details. The gathered information is then displayed on the UI.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44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D91853-6D22-EBB6-DA0D-46F9B09552DE}"/>
              </a:ext>
            </a:extLst>
          </p:cNvPr>
          <p:cNvSpPr txBox="1"/>
          <p:nvPr/>
        </p:nvSpPr>
        <p:spPr>
          <a:xfrm>
            <a:off x="772160" y="207221"/>
            <a:ext cx="9621520" cy="665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Server-side code (</a:t>
            </a:r>
            <a:r>
              <a:rPr lang="en-IN" sz="2800" b="1" dirty="0" err="1"/>
              <a:t>BandwidthMonitorServer</a:t>
            </a:r>
            <a:r>
              <a:rPr lang="en-IN" sz="2800" b="1" dirty="0"/>
              <a:t>) 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74184A6-4BEF-A0D5-19E3-D83D6D83D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" y="973437"/>
            <a:ext cx="1116584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handleClientConnection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Listens for incoming client connections.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listens for new incoming client connections on a specified port. Once a client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connects,it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 up input and output streams to communicate with the client, waiting for the network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027E9CB-C9CE-77E6-8867-D1D28EA0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3702740"/>
            <a:ext cx="1056640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2.processNetworkData(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NetworkData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data)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Processes the network data sent from the client.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is responsible for handling the network data sent by the client. It extracts and logs the data (download/upload speeds, latency, packet loss, etc.) for monitoring and analytics purposes.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48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63B3650-5353-DBA5-F9CF-8A093E5F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19" y="151096"/>
            <a:ext cx="10556240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sendAcknowledgement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ObjectOutputStream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output)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Sends an acknowledgment back to the client after receiving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After the server receives data from the client, it may send an acknowledgment 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response back to the client to confirm that the data was received correctly.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B7D5C2A-4896-CC30-6F87-2FE892A6A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757" y="2016763"/>
            <a:ext cx="1418099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startServer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Starts the server and prepares it to accept client connections.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initializes the server socket, binds it to a specific port, and continuously listens for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 connections. Once a client connects, it starts processing the data received from the client.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java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27CE7A-F614-4B18-3180-C0E71D489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757" y="4297928"/>
            <a:ext cx="1102725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logNetworkData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NetworkData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data)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Logs the network data received from the client.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method logs the network performance data into a log file or database.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logged data can be used for monitoring trends or troubleshooting network performance issues.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java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78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6346CE-D370-575E-5D46-B7AFC24553A7}"/>
              </a:ext>
            </a:extLst>
          </p:cNvPr>
          <p:cNvSpPr txBox="1"/>
          <p:nvPr/>
        </p:nvSpPr>
        <p:spPr>
          <a:xfrm>
            <a:off x="281305" y="132133"/>
            <a:ext cx="3433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4182A-78C9-13A5-73D1-E13DA866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394"/>
            <a:ext cx="12192000" cy="3059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4AB79-DB6B-9F45-D534-D37E944A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8639"/>
            <a:ext cx="12192000" cy="155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08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8FEA1B-70A2-516F-4CCF-3FD4A8AB5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3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1E1119-BAB8-DB8C-D8BC-C8DDE097490A}"/>
              </a:ext>
            </a:extLst>
          </p:cNvPr>
          <p:cNvSpPr txBox="1"/>
          <p:nvPr/>
        </p:nvSpPr>
        <p:spPr>
          <a:xfrm>
            <a:off x="2164080" y="914400"/>
            <a:ext cx="9652000" cy="530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Challenges Faced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Real-Time Data Handling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Ensuring smooth real-time updates in the UI was challenging.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TCP Communication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Ensuring reliable communication between the client and server without packet loss.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Network Speed Variability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Handling varying network speeds and ensuring that the UI updates accordingly.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Graphical Visualization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Dynamically scaling graphs based on real-time data was a challenge.</a:t>
            </a:r>
          </a:p>
        </p:txBody>
      </p:sp>
    </p:spTree>
    <p:extLst>
      <p:ext uri="{BB962C8B-B14F-4D97-AF65-F5344CB8AC3E}">
        <p14:creationId xmlns:p14="http://schemas.microsoft.com/office/powerpoint/2010/main" val="286984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BAA97F5-6BEA-969F-4E1C-B6D4C6A1768D}"/>
              </a:ext>
            </a:extLst>
          </p:cNvPr>
          <p:cNvSpPr txBox="1"/>
          <p:nvPr/>
        </p:nvSpPr>
        <p:spPr>
          <a:xfrm>
            <a:off x="2204720" y="824605"/>
            <a:ext cx="9011920" cy="4841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Future Enhancements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Mobile Application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 a mobile version of the app for monitoring bandwidth on the go.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Detailed Reports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detailed statistical reports and analysis over extended periods.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Advanced Analytics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more advanced analytics (e.g., bandwidth trend analysis).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Alert System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 automated alerts via email or SMS when network conditions degrade.</a:t>
            </a:r>
          </a:p>
        </p:txBody>
      </p:sp>
    </p:spTree>
    <p:extLst>
      <p:ext uri="{BB962C8B-B14F-4D97-AF65-F5344CB8AC3E}">
        <p14:creationId xmlns:p14="http://schemas.microsoft.com/office/powerpoint/2010/main" val="673238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279F8B-92F6-F914-D77B-F23D57AD2464}"/>
              </a:ext>
            </a:extLst>
          </p:cNvPr>
          <p:cNvSpPr txBox="1"/>
          <p:nvPr/>
        </p:nvSpPr>
        <p:spPr>
          <a:xfrm>
            <a:off x="2123440" y="672237"/>
            <a:ext cx="8442960" cy="2533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Conclusion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Smart Bandwidth Monitor</a:t>
            </a:r>
            <a:r>
              <a:rPr lang="en-US" sz="2000" dirty="0"/>
              <a:t> is an efficient tool for </a:t>
            </a:r>
            <a:r>
              <a:rPr lang="en-US" sz="2000" b="1" dirty="0"/>
              <a:t>real-time monitoring</a:t>
            </a:r>
            <a:r>
              <a:rPr lang="en-US" sz="2000" dirty="0"/>
              <a:t> of network bandwidth.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provides </a:t>
            </a:r>
            <a:r>
              <a:rPr lang="en-US" sz="2000" b="1" dirty="0"/>
              <a:t>valuable insights</a:t>
            </a:r>
            <a:r>
              <a:rPr lang="en-US" sz="2000" dirty="0"/>
              <a:t> into internet performance, helping users and organizations to ensure stable and optimal network conditions.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B0807-1B3D-8576-A946-88155A458DE5}"/>
              </a:ext>
            </a:extLst>
          </p:cNvPr>
          <p:cNvSpPr txBox="1"/>
          <p:nvPr/>
        </p:nvSpPr>
        <p:spPr>
          <a:xfrm>
            <a:off x="2194560" y="3601720"/>
            <a:ext cx="12976120" cy="2994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/>
              <a:t>References</a:t>
            </a:r>
            <a:endParaRPr lang="en-IN" sz="28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Official Java Documentation: </a:t>
            </a:r>
            <a:r>
              <a:rPr lang="en-IN" sz="2000" dirty="0">
                <a:hlinkClick r:id="rId2"/>
              </a:rPr>
              <a:t>https://docs.oracle.com/javase/</a:t>
            </a:r>
            <a:endParaRPr lang="en-I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ipinfo.io</a:t>
            </a:r>
            <a:r>
              <a:rPr lang="en-IN" sz="2000" dirty="0"/>
              <a:t> API: </a:t>
            </a:r>
            <a:r>
              <a:rPr lang="en-IN" sz="2000" dirty="0">
                <a:hlinkClick r:id="rId3"/>
              </a:rPr>
              <a:t>https://ipinfo.io</a:t>
            </a:r>
            <a:endParaRPr lang="en-I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Java Swing</a:t>
            </a:r>
            <a:r>
              <a:rPr lang="en-IN" sz="2000" dirty="0"/>
              <a:t>: </a:t>
            </a:r>
            <a:r>
              <a:rPr lang="en-IN" sz="2000" dirty="0">
                <a:hlinkClick r:id="rId4"/>
              </a:rPr>
              <a:t>https://docs.oracle.com/javase/tutorial/uiswing/</a:t>
            </a:r>
            <a:endParaRPr lang="en-I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TCP Sockets in Java</a:t>
            </a:r>
            <a:r>
              <a:rPr lang="en-IN" sz="2000" dirty="0"/>
              <a:t>: </a:t>
            </a:r>
            <a:r>
              <a:rPr lang="en-IN" sz="2000" dirty="0">
                <a:hlinkClick r:id="rId5"/>
              </a:rPr>
              <a:t>https://docs.oracle.com/javase/tutorial/networking/sockets/</a:t>
            </a: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810025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159</TotalTime>
  <Words>1589</Words>
  <Application>Microsoft Office PowerPoint</Application>
  <PresentationFormat>Widescreen</PresentationFormat>
  <Paragraphs>165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Unicode MS</vt:lpstr>
      <vt:lpstr>Calibri</vt:lpstr>
      <vt:lpstr>DeepSeek-CJK-patch</vt:lpstr>
      <vt:lpstr>Inter</vt:lpstr>
      <vt:lpstr>Tenorite</vt:lpstr>
      <vt:lpstr>Custom</vt:lpstr>
      <vt:lpstr>SMART BANDWIDTH MONITOR</vt:lpstr>
      <vt:lpstr>INTRODUCTION</vt:lpstr>
      <vt:lpstr>PROBLEM STATEMENT</vt:lpstr>
      <vt:lpstr>ObjectiveS</vt:lpstr>
      <vt:lpstr>TECHNOLOGIES USED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Sujitha D</dc:creator>
  <cp:lastModifiedBy>Sujitha D</cp:lastModifiedBy>
  <cp:revision>1</cp:revision>
  <dcterms:created xsi:type="dcterms:W3CDTF">2025-03-23T06:33:30Z</dcterms:created>
  <dcterms:modified xsi:type="dcterms:W3CDTF">2025-04-04T16:36:41Z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